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21383625" cy="15119350"/>
  <p:notesSz cx="7559675" cy="10691495"/>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customXml" Target="../customXml/item2.xml"/><Relationship Id="rId8" Type="http://schemas.openxmlformats.org/officeDocument/2006/relationships/customXml" Target="../customXml/item1.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customXml" Target="../customXml/item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859" cy="53643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2066" y="0"/>
            <a:ext cx="3275859" cy="536431"/>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572389" y="1336437"/>
            <a:ext cx="6414897" cy="360838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968" y="5145282"/>
            <a:ext cx="6047740" cy="4209776"/>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10155065"/>
            <a:ext cx="3275859" cy="53643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2066" y="10155065"/>
            <a:ext cx="3275859" cy="536430"/>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
        <p:nvSpPr>
          <p:cNvPr id="26" name="PlaceHolder 2"/>
          <p:cNvSpPr>
            <a:spLocks noGrp="1"/>
          </p:cNvSpPr>
          <p:nvPr>
            <p:ph type="subTitle"/>
          </p:nvPr>
        </p:nvSpPr>
        <p:spPr>
          <a:xfrm>
            <a:off x="440280" y="2979720"/>
            <a:ext cx="4899600" cy="897516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
        <p:nvSpPr>
          <p:cNvPr id="28" name="PlaceHolder 2"/>
          <p:cNvSpPr>
            <a:spLocks noGrp="1"/>
          </p:cNvSpPr>
          <p:nvPr>
            <p:ph type="body"/>
          </p:nvPr>
        </p:nvSpPr>
        <p:spPr>
          <a:xfrm>
            <a:off x="440280" y="2979720"/>
            <a:ext cx="4899600" cy="897516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
        <p:nvSpPr>
          <p:cNvPr id="30" name="PlaceHolder 2"/>
          <p:cNvSpPr>
            <a:spLocks noGrp="1"/>
          </p:cNvSpPr>
          <p:nvPr>
            <p:ph type="body"/>
          </p:nvPr>
        </p:nvSpPr>
        <p:spPr>
          <a:xfrm>
            <a:off x="440280" y="2979720"/>
            <a:ext cx="2390760" cy="897516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31" name="PlaceHolder 3"/>
          <p:cNvSpPr>
            <a:spLocks noGrp="1"/>
          </p:cNvSpPr>
          <p:nvPr>
            <p:ph type="body"/>
          </p:nvPr>
        </p:nvSpPr>
        <p:spPr>
          <a:xfrm>
            <a:off x="2950920" y="2979720"/>
            <a:ext cx="2390760" cy="897516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2"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3" name="PlaceHolder 1"/>
          <p:cNvSpPr>
            <a:spLocks noGrp="1"/>
          </p:cNvSpPr>
          <p:nvPr>
            <p:ph type="subTitle"/>
          </p:nvPr>
        </p:nvSpPr>
        <p:spPr>
          <a:xfrm>
            <a:off x="1069200" y="603000"/>
            <a:ext cx="19245240" cy="1170432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
        <p:nvSpPr>
          <p:cNvPr id="35" name="PlaceHolder 2"/>
          <p:cNvSpPr>
            <a:spLocks noGrp="1"/>
          </p:cNvSpPr>
          <p:nvPr>
            <p:ph type="body"/>
          </p:nvPr>
        </p:nvSpPr>
        <p:spPr>
          <a:xfrm>
            <a:off x="440280" y="297972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36" name="PlaceHolder 3"/>
          <p:cNvSpPr>
            <a:spLocks noGrp="1"/>
          </p:cNvSpPr>
          <p:nvPr>
            <p:ph type="body"/>
          </p:nvPr>
        </p:nvSpPr>
        <p:spPr>
          <a:xfrm>
            <a:off x="2950920" y="2979720"/>
            <a:ext cx="2390760" cy="897516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37" name="PlaceHolder 4"/>
          <p:cNvSpPr>
            <a:spLocks noGrp="1"/>
          </p:cNvSpPr>
          <p:nvPr>
            <p:ph type="body"/>
          </p:nvPr>
        </p:nvSpPr>
        <p:spPr>
          <a:xfrm>
            <a:off x="440280" y="766800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
        <p:nvSpPr>
          <p:cNvPr id="39" name="PlaceHolder 2"/>
          <p:cNvSpPr>
            <a:spLocks noGrp="1"/>
          </p:cNvSpPr>
          <p:nvPr>
            <p:ph type="body"/>
          </p:nvPr>
        </p:nvSpPr>
        <p:spPr>
          <a:xfrm>
            <a:off x="440280" y="2979720"/>
            <a:ext cx="2390760" cy="897516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40" name="PlaceHolder 3"/>
          <p:cNvSpPr>
            <a:spLocks noGrp="1"/>
          </p:cNvSpPr>
          <p:nvPr>
            <p:ph type="body"/>
          </p:nvPr>
        </p:nvSpPr>
        <p:spPr>
          <a:xfrm>
            <a:off x="2950920" y="297972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41" name="PlaceHolder 4"/>
          <p:cNvSpPr>
            <a:spLocks noGrp="1"/>
          </p:cNvSpPr>
          <p:nvPr>
            <p:ph type="body"/>
          </p:nvPr>
        </p:nvSpPr>
        <p:spPr>
          <a:xfrm>
            <a:off x="2950920" y="766800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
        <p:nvSpPr>
          <p:cNvPr id="43" name="PlaceHolder 2"/>
          <p:cNvSpPr>
            <a:spLocks noGrp="1"/>
          </p:cNvSpPr>
          <p:nvPr>
            <p:ph type="body"/>
          </p:nvPr>
        </p:nvSpPr>
        <p:spPr>
          <a:xfrm>
            <a:off x="440280" y="297972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44" name="PlaceHolder 3"/>
          <p:cNvSpPr>
            <a:spLocks noGrp="1"/>
          </p:cNvSpPr>
          <p:nvPr>
            <p:ph type="body"/>
          </p:nvPr>
        </p:nvSpPr>
        <p:spPr>
          <a:xfrm>
            <a:off x="2950920" y="297972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45" name="PlaceHolder 4"/>
          <p:cNvSpPr>
            <a:spLocks noGrp="1"/>
          </p:cNvSpPr>
          <p:nvPr>
            <p:ph type="body"/>
          </p:nvPr>
        </p:nvSpPr>
        <p:spPr>
          <a:xfrm>
            <a:off x="440280" y="7668000"/>
            <a:ext cx="489960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
        <p:nvSpPr>
          <p:cNvPr id="47" name="PlaceHolder 2"/>
          <p:cNvSpPr>
            <a:spLocks noGrp="1"/>
          </p:cNvSpPr>
          <p:nvPr>
            <p:ph type="body"/>
          </p:nvPr>
        </p:nvSpPr>
        <p:spPr>
          <a:xfrm>
            <a:off x="440280" y="2979720"/>
            <a:ext cx="489960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48" name="PlaceHolder 3"/>
          <p:cNvSpPr>
            <a:spLocks noGrp="1"/>
          </p:cNvSpPr>
          <p:nvPr>
            <p:ph type="body"/>
          </p:nvPr>
        </p:nvSpPr>
        <p:spPr>
          <a:xfrm>
            <a:off x="440280" y="7668000"/>
            <a:ext cx="489960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
        <p:nvSpPr>
          <p:cNvPr id="50" name="PlaceHolder 2"/>
          <p:cNvSpPr>
            <a:spLocks noGrp="1"/>
          </p:cNvSpPr>
          <p:nvPr>
            <p:ph type="body"/>
          </p:nvPr>
        </p:nvSpPr>
        <p:spPr>
          <a:xfrm>
            <a:off x="440280" y="297972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51" name="PlaceHolder 3"/>
          <p:cNvSpPr>
            <a:spLocks noGrp="1"/>
          </p:cNvSpPr>
          <p:nvPr>
            <p:ph type="body"/>
          </p:nvPr>
        </p:nvSpPr>
        <p:spPr>
          <a:xfrm>
            <a:off x="2950920" y="297972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52" name="PlaceHolder 4"/>
          <p:cNvSpPr>
            <a:spLocks noGrp="1"/>
          </p:cNvSpPr>
          <p:nvPr>
            <p:ph type="body"/>
          </p:nvPr>
        </p:nvSpPr>
        <p:spPr>
          <a:xfrm>
            <a:off x="440280" y="766800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
        <p:nvSpPr>
          <p:cNvPr id="53" name="PlaceHolder 5"/>
          <p:cNvSpPr>
            <a:spLocks noGrp="1"/>
          </p:cNvSpPr>
          <p:nvPr>
            <p:ph type="body"/>
          </p:nvPr>
        </p:nvSpPr>
        <p:spPr>
          <a:xfrm>
            <a:off x="2950920" y="7668000"/>
            <a:ext cx="2390760" cy="4281120"/>
          </a:xfrm>
          <a:prstGeom prst="rect">
            <a:avLst/>
          </a:prstGeom>
        </p:spPr>
        <p:txBody>
          <a:bodyPr lIns="0" tIns="0" rIns="0" bIns="0">
            <a:normAutofit/>
          </a:bodyPr>
          <a:lstStyle/>
          <a:p>
            <a:endParaRPr lang="en-US" sz="693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1069200" y="603000"/>
            <a:ext cx="19245240" cy="2524680"/>
          </a:xfrm>
          <a:prstGeom prst="rect">
            <a:avLst/>
          </a:prstGeom>
        </p:spPr>
        <p:txBody>
          <a:bodyPr lIns="0" tIns="0" rIns="0" bIns="0" anchor="ctr">
            <a:noAutofit/>
          </a:bodyPr>
          <a:lstStyle/>
          <a:p>
            <a:endParaRPr lang="en-US" sz="4900" b="0" strike="noStrike" spc="-1">
              <a:solidFill>
                <a:srgbClr val="000000"/>
              </a:solidFill>
              <a:latin typeface="Calibri" panose="020F0502020204030204"/>
            </a:endParaRPr>
          </a:p>
        </p:txBody>
      </p:sp>
      <p:sp>
        <p:nvSpPr>
          <p:cNvPr id="55" name="PlaceHolder 2"/>
          <p:cNvSpPr>
            <a:spLocks noGrp="1"/>
          </p:cNvSpPr>
          <p:nvPr>
            <p:ph type="body"/>
          </p:nvPr>
        </p:nvSpPr>
        <p:spPr>
          <a:xfrm>
            <a:off x="440280" y="2979720"/>
            <a:ext cx="1577520" cy="4281120"/>
          </a:xfrm>
          <a:prstGeom prst="rect">
            <a:avLst/>
          </a:prstGeom>
        </p:spPr>
        <p:txBody>
          <a:bodyPr lIns="0" tIns="0" rIns="0" bIns="0">
            <a:normAutofit fontScale="45000"/>
          </a:bodyPr>
          <a:lstStyle/>
          <a:p>
            <a:endParaRPr lang="en-US" sz="6930" b="0" strike="noStrike" spc="-1">
              <a:solidFill>
                <a:srgbClr val="000000"/>
              </a:solidFill>
              <a:latin typeface="Calibri" panose="020F0502020204030204"/>
            </a:endParaRPr>
          </a:p>
        </p:txBody>
      </p:sp>
      <p:sp>
        <p:nvSpPr>
          <p:cNvPr id="56" name="PlaceHolder 3"/>
          <p:cNvSpPr>
            <a:spLocks noGrp="1"/>
          </p:cNvSpPr>
          <p:nvPr>
            <p:ph type="body"/>
          </p:nvPr>
        </p:nvSpPr>
        <p:spPr>
          <a:xfrm>
            <a:off x="2097000" y="2979720"/>
            <a:ext cx="1577520" cy="4281120"/>
          </a:xfrm>
          <a:prstGeom prst="rect">
            <a:avLst/>
          </a:prstGeom>
        </p:spPr>
        <p:txBody>
          <a:bodyPr lIns="0" tIns="0" rIns="0" bIns="0">
            <a:normAutofit fontScale="45000"/>
          </a:bodyPr>
          <a:lstStyle/>
          <a:p>
            <a:endParaRPr lang="en-US" sz="6930" b="0" strike="noStrike" spc="-1">
              <a:solidFill>
                <a:srgbClr val="000000"/>
              </a:solidFill>
              <a:latin typeface="Calibri" panose="020F0502020204030204"/>
            </a:endParaRPr>
          </a:p>
        </p:txBody>
      </p:sp>
      <p:sp>
        <p:nvSpPr>
          <p:cNvPr id="57" name="PlaceHolder 4"/>
          <p:cNvSpPr>
            <a:spLocks noGrp="1"/>
          </p:cNvSpPr>
          <p:nvPr>
            <p:ph type="body"/>
          </p:nvPr>
        </p:nvSpPr>
        <p:spPr>
          <a:xfrm>
            <a:off x="3753720" y="2979720"/>
            <a:ext cx="1577520" cy="4281120"/>
          </a:xfrm>
          <a:prstGeom prst="rect">
            <a:avLst/>
          </a:prstGeom>
        </p:spPr>
        <p:txBody>
          <a:bodyPr lIns="0" tIns="0" rIns="0" bIns="0">
            <a:normAutofit fontScale="45000"/>
          </a:bodyPr>
          <a:lstStyle/>
          <a:p>
            <a:endParaRPr lang="en-US" sz="6930" b="0" strike="noStrike" spc="-1">
              <a:solidFill>
                <a:srgbClr val="000000"/>
              </a:solidFill>
              <a:latin typeface="Calibri" panose="020F0502020204030204"/>
            </a:endParaRPr>
          </a:p>
        </p:txBody>
      </p:sp>
      <p:sp>
        <p:nvSpPr>
          <p:cNvPr id="58" name="PlaceHolder 5"/>
          <p:cNvSpPr>
            <a:spLocks noGrp="1"/>
          </p:cNvSpPr>
          <p:nvPr>
            <p:ph type="body"/>
          </p:nvPr>
        </p:nvSpPr>
        <p:spPr>
          <a:xfrm>
            <a:off x="440280" y="7668000"/>
            <a:ext cx="1577520" cy="4281120"/>
          </a:xfrm>
          <a:prstGeom prst="rect">
            <a:avLst/>
          </a:prstGeom>
        </p:spPr>
        <p:txBody>
          <a:bodyPr lIns="0" tIns="0" rIns="0" bIns="0">
            <a:normAutofit fontScale="45000"/>
          </a:bodyPr>
          <a:lstStyle/>
          <a:p>
            <a:endParaRPr lang="en-US" sz="6930" b="0" strike="noStrike" spc="-1">
              <a:solidFill>
                <a:srgbClr val="000000"/>
              </a:solidFill>
              <a:latin typeface="Calibri" panose="020F0502020204030204"/>
            </a:endParaRPr>
          </a:p>
        </p:txBody>
      </p:sp>
      <p:sp>
        <p:nvSpPr>
          <p:cNvPr id="59" name="PlaceHolder 6"/>
          <p:cNvSpPr>
            <a:spLocks noGrp="1"/>
          </p:cNvSpPr>
          <p:nvPr>
            <p:ph type="body"/>
          </p:nvPr>
        </p:nvSpPr>
        <p:spPr>
          <a:xfrm>
            <a:off x="2097000" y="7668000"/>
            <a:ext cx="1577520" cy="4281120"/>
          </a:xfrm>
          <a:prstGeom prst="rect">
            <a:avLst/>
          </a:prstGeom>
        </p:spPr>
        <p:txBody>
          <a:bodyPr lIns="0" tIns="0" rIns="0" bIns="0">
            <a:normAutofit fontScale="45000"/>
          </a:bodyPr>
          <a:lstStyle/>
          <a:p>
            <a:endParaRPr lang="en-US" sz="6930" b="0" strike="noStrike" spc="-1">
              <a:solidFill>
                <a:srgbClr val="000000"/>
              </a:solidFill>
              <a:latin typeface="Calibri" panose="020F0502020204030204"/>
            </a:endParaRPr>
          </a:p>
        </p:txBody>
      </p:sp>
      <p:sp>
        <p:nvSpPr>
          <p:cNvPr id="60" name="PlaceHolder 7"/>
          <p:cNvSpPr>
            <a:spLocks noGrp="1"/>
          </p:cNvSpPr>
          <p:nvPr>
            <p:ph type="body"/>
          </p:nvPr>
        </p:nvSpPr>
        <p:spPr>
          <a:xfrm>
            <a:off x="3753720" y="7668000"/>
            <a:ext cx="1577520" cy="4281120"/>
          </a:xfrm>
          <a:prstGeom prst="rect">
            <a:avLst/>
          </a:prstGeom>
        </p:spPr>
        <p:txBody>
          <a:bodyPr lIns="0" tIns="0" rIns="0" bIns="0">
            <a:normAutofit fontScale="45000"/>
          </a:bodyPr>
          <a:lstStyle/>
          <a:p>
            <a:endParaRPr lang="en-US" sz="693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6.png"/><Relationship Id="rId18" Type="http://schemas.openxmlformats.org/officeDocument/2006/relationships/image" Target="../media/image5.png"/><Relationship Id="rId17" Type="http://schemas.openxmlformats.org/officeDocument/2006/relationships/hyperlink" Target="https://www.posterpresentations.com/how-to-change-the-research-poster-template-colors.html" TargetMode="Externa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CustomShape 1"/>
          <p:cNvSpPr/>
          <p:nvPr/>
        </p:nvSpPr>
        <p:spPr>
          <a:xfrm>
            <a:off x="360" y="14738760"/>
            <a:ext cx="21383640" cy="4356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p:style>
      </p:sp>
      <p:sp>
        <p:nvSpPr>
          <p:cNvPr id="26" name="CustomShape 2"/>
          <p:cNvSpPr/>
          <p:nvPr/>
        </p:nvSpPr>
        <p:spPr>
          <a:xfrm>
            <a:off x="356760" y="14870160"/>
            <a:ext cx="1224720" cy="312480"/>
          </a:xfrm>
          <a:prstGeom prst="rect">
            <a:avLst/>
          </a:prstGeom>
          <a:noFill/>
          <a:ln w="9360">
            <a:noFill/>
          </a:ln>
        </p:spPr>
        <p:style>
          <a:lnRef idx="0">
            <a:scrgbClr r="0" g="0" b="0"/>
          </a:lnRef>
          <a:fillRef idx="0">
            <a:scrgbClr r="0" g="0" b="0"/>
          </a:fillRef>
          <a:effectRef idx="0">
            <a:scrgbClr r="0" g="0" b="0"/>
          </a:effectRef>
          <a:fontRef idx="minor"/>
        </p:style>
        <p:txBody>
          <a:bodyPr lIns="52200" tIns="25920" rIns="52200" bIns="25920">
            <a:spAutoFit/>
          </a:bodyPr>
          <a:lstStyle/>
          <a:p>
            <a:pPr>
              <a:lnSpc>
                <a:spcPct val="65000"/>
              </a:lnSpc>
              <a:spcBef>
                <a:spcPts val="200"/>
              </a:spcBef>
            </a:pPr>
            <a:r>
              <a:rPr lang="en-US" sz="400" b="1" strike="noStrike" spc="-1">
                <a:solidFill>
                  <a:srgbClr val="BFBFBF"/>
                </a:solidFill>
                <a:latin typeface="Arial" panose="020B0604020202020204"/>
              </a:rPr>
              <a:t>RESEARCH POSTER PRESENTATION DESIGN © 2022</a:t>
            </a:r>
            <a:endParaRPr lang="en-US" sz="400" b="0" strike="noStrike" spc="-1">
              <a:latin typeface="Arial" panose="020B0604020202020204"/>
            </a:endParaRPr>
          </a:p>
          <a:p>
            <a:pPr>
              <a:lnSpc>
                <a:spcPct val="65000"/>
              </a:lnSpc>
              <a:spcBef>
                <a:spcPts val="350"/>
              </a:spcBef>
            </a:pPr>
            <a:r>
              <a:rPr lang="en-US" sz="700" b="1" strike="noStrike" spc="-1">
                <a:solidFill>
                  <a:srgbClr val="BFBFBF"/>
                </a:solidFill>
                <a:latin typeface="Arial" panose="020B0604020202020204"/>
              </a:rPr>
              <a:t>www.PosterPresentations.com</a:t>
            </a:r>
            <a:endParaRPr lang="en-US" sz="700" b="0" strike="noStrike" spc="-1">
              <a:latin typeface="Arial" panose="020B0604020202020204"/>
            </a:endParaRPr>
          </a:p>
        </p:txBody>
      </p:sp>
      <p:graphicFrame>
        <p:nvGraphicFramePr>
          <p:cNvPr id="2" name="Table 3"/>
          <p:cNvGraphicFramePr/>
          <p:nvPr/>
        </p:nvGraphicFramePr>
        <p:xfrm>
          <a:off x="-4992480" y="360"/>
          <a:ext cx="4754880" cy="17736240"/>
        </p:xfrm>
        <a:graphic>
          <a:graphicData uri="http://schemas.openxmlformats.org/drawingml/2006/table">
            <a:tbl>
              <a:tblPr/>
              <a:tblGrid>
                <a:gridCol w="2039040"/>
                <a:gridCol w="2715840"/>
              </a:tblGrid>
              <a:tr h="731520">
                <a:tc gridSpan="2">
                  <a:txBody>
                    <a:bodyPr/>
                    <a:lstStyle/>
                    <a:p>
                      <a:pPr algn="ctr">
                        <a:lnSpc>
                          <a:spcPct val="100000"/>
                        </a:lnSpc>
                        <a:tabLst>
                          <a:tab pos="0" algn="l"/>
                        </a:tabLst>
                      </a:pPr>
                      <a:r>
                        <a:rPr lang="en-US" sz="2000" b="0" strike="noStrike" spc="599">
                          <a:solidFill>
                            <a:srgbClr val="1F3A4E"/>
                          </a:solidFill>
                          <a:latin typeface="Arial Black" panose="020B0A04020102020204"/>
                        </a:rPr>
                        <a:t>QUICK START GUIDE</a:t>
                      </a:r>
                      <a:br>
                        <a:rPr lang="en-US" sz="2000" b="0" strike="noStrike" spc="599">
                          <a:solidFill>
                            <a:srgbClr val="1F3A4E"/>
                          </a:solidFill>
                          <a:latin typeface="Arial Black" panose="020B0A04020102020204"/>
                        </a:rPr>
                      </a:br>
                      <a:r>
                        <a:rPr lang="en-US" sz="1600" b="1" strike="noStrike" spc="-1">
                          <a:solidFill>
                            <a:srgbClr val="FF0000"/>
                          </a:solidFill>
                          <a:latin typeface="Trebuchet MS" panose="020B0603020202020204"/>
                        </a:rPr>
                        <a:t>(THIS SIDEBAR WILL NOT PRINT)</a:t>
                      </a:r>
                      <a:endParaRPr lang="en-US" sz="16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38160">
                      <a:solidFill>
                        <a:srgbClr val="FFFFFF"/>
                      </a:solidFill>
                    </a:lnB>
                    <a:solidFill>
                      <a:srgbClr val="FFC000"/>
                    </a:solidFill>
                  </a:tcPr>
                </a:tc>
                <a:tc hMerge="1">
                  <a:tcPr marL="90000" marR="90000">
                    <a:solidFill>
                      <a:srgbClr val="729FCF"/>
                    </a:solidFill>
                  </a:tcPr>
                </a:tc>
              </a:tr>
              <a:tr h="2373480">
                <a:tc gridSpan="2">
                  <a:txBody>
                    <a:bodyPr/>
                    <a:lstStyle/>
                    <a:p>
                      <a:pPr>
                        <a:lnSpc>
                          <a:spcPct val="100000"/>
                        </a:lnSpc>
                      </a:pPr>
                      <a:r>
                        <a:rPr lang="en-US" sz="1200" b="0" strike="noStrike" spc="-1">
                          <a:solidFill>
                            <a:srgbClr val="D9D9D9"/>
                          </a:solidFill>
                          <a:latin typeface="Arial" panose="020B0604020202020204"/>
                        </a:rPr>
                        <a:t>This PowerPoint template produces a </a:t>
                      </a:r>
                      <a:r>
                        <a:rPr lang="en-US" sz="1200" b="0" strike="noStrike" spc="-1">
                          <a:solidFill>
                            <a:srgbClr val="FFC000"/>
                          </a:solidFill>
                          <a:latin typeface="Arial" panose="020B0604020202020204"/>
                        </a:rPr>
                        <a:t>42x60” </a:t>
                      </a:r>
                      <a:r>
                        <a:rPr lang="en-US" sz="1200" b="0" strike="noStrike" spc="-1">
                          <a:solidFill>
                            <a:srgbClr val="D9D9D9"/>
                          </a:solidFill>
                          <a:latin typeface="Arial" panose="020B0604020202020204"/>
                        </a:rPr>
                        <a:t>presentation poster. You can use it to create your research poster by placing your title, subtitle, text, tables, charts and photos. </a:t>
                      </a:r>
                      <a:endParaRPr lang="en-US" sz="1200" b="0" strike="noStrike" spc="-1">
                        <a:latin typeface="Arial" panose="020B0604020202020204"/>
                      </a:endParaRPr>
                    </a:p>
                    <a:p>
                      <a:pPr>
                        <a:lnSpc>
                          <a:spcPct val="100000"/>
                        </a:lnSpc>
                      </a:pPr>
                      <a:endParaRPr lang="en-US" sz="1200" b="0" strike="noStrike" spc="-1">
                        <a:latin typeface="Arial" panose="020B0604020202020204"/>
                      </a:endParaRPr>
                    </a:p>
                    <a:p>
                      <a:pPr>
                        <a:lnSpc>
                          <a:spcPct val="100000"/>
                        </a:lnSpc>
                      </a:pPr>
                      <a:r>
                        <a:rPr lang="en-US" sz="1200" b="0" strike="noStrike" spc="-1">
                          <a:solidFill>
                            <a:srgbClr val="D9D9D9"/>
                          </a:solidFill>
                          <a:latin typeface="Arial" panose="020B0604020202020204"/>
                        </a:rPr>
                        <a:t>We provide a series of online tutorials that will guide you through the poster design process and answer your poster production questions. For complete template tutorials, go online to </a:t>
                      </a:r>
                      <a:r>
                        <a:rPr lang="en-US" sz="1200" b="0" strike="noStrike" spc="-1">
                          <a:solidFill>
                            <a:srgbClr val="FFC000"/>
                          </a:solidFill>
                          <a:latin typeface="Arial" panose="020B0604020202020204"/>
                        </a:rPr>
                        <a:t>PosterPresentations.com</a:t>
                      </a:r>
                      <a:r>
                        <a:rPr lang="en-US" sz="1200" b="0" strike="noStrike" spc="-1">
                          <a:solidFill>
                            <a:srgbClr val="D9D9D9"/>
                          </a:solidFill>
                          <a:latin typeface="Arial" panose="020B0604020202020204"/>
                        </a:rPr>
                        <a:t> and click on the  </a:t>
                      </a:r>
                      <a:r>
                        <a:rPr lang="en-US" sz="1200" b="0" strike="noStrike" spc="-1">
                          <a:solidFill>
                            <a:srgbClr val="FFC000"/>
                          </a:solidFill>
                          <a:latin typeface="Arial" panose="020B0604020202020204"/>
                        </a:rPr>
                        <a:t>HELP DESK</a:t>
                      </a:r>
                      <a:r>
                        <a:rPr lang="en-US" sz="1200" b="0" strike="noStrike" spc="-1">
                          <a:solidFill>
                            <a:srgbClr val="D9D9D9"/>
                          </a:solidFill>
                          <a:latin typeface="Arial" panose="020B0604020202020204"/>
                        </a:rPr>
                        <a:t> tab.</a:t>
                      </a:r>
                      <a:endParaRPr lang="en-US" sz="1200" b="0" strike="noStrike" spc="-1">
                        <a:latin typeface="Arial" panose="020B0604020202020204"/>
                      </a:endParaRPr>
                    </a:p>
                    <a:p>
                      <a:pPr>
                        <a:lnSpc>
                          <a:spcPct val="100000"/>
                        </a:lnSpc>
                      </a:pPr>
                      <a:endParaRPr lang="en-US" sz="1200" b="0" strike="noStrike" spc="-1">
                        <a:latin typeface="Arial" panose="020B0604020202020204"/>
                      </a:endParaRPr>
                    </a:p>
                    <a:p>
                      <a:pPr>
                        <a:lnSpc>
                          <a:spcPct val="100000"/>
                        </a:lnSpc>
                      </a:pPr>
                      <a:r>
                        <a:rPr lang="en-US" sz="1200" b="0" strike="noStrike" spc="-1">
                          <a:solidFill>
                            <a:srgbClr val="D9D9D9"/>
                          </a:solidFill>
                          <a:latin typeface="Arial" panose="020B0604020202020204"/>
                        </a:rPr>
                        <a:t>To print your poster using our same-day professional printing service, go online to </a:t>
                      </a:r>
                      <a:r>
                        <a:rPr lang="en-US" sz="1200" b="0" strike="noStrike" spc="-1">
                          <a:solidFill>
                            <a:srgbClr val="FFC000"/>
                          </a:solidFill>
                          <a:latin typeface="Arial" panose="020B0604020202020204"/>
                        </a:rPr>
                        <a:t>PosterPresentations.com</a:t>
                      </a:r>
                      <a:r>
                        <a:rPr lang="en-US" sz="1200" b="0" strike="noStrike" spc="-1">
                          <a:solidFill>
                            <a:srgbClr val="D9D9D9"/>
                          </a:solidFill>
                          <a:latin typeface="Arial" panose="020B0604020202020204"/>
                        </a:rPr>
                        <a:t> and click on "</a:t>
                      </a:r>
                      <a:r>
                        <a:rPr lang="en-US" sz="1200" b="0" strike="noStrike" spc="-1">
                          <a:solidFill>
                            <a:srgbClr val="FFC000"/>
                          </a:solidFill>
                          <a:latin typeface="Arial" panose="020B0604020202020204"/>
                        </a:rPr>
                        <a:t>Order your poster</a:t>
                      </a:r>
                      <a:r>
                        <a:rPr lang="en-US" sz="1200" b="0" strike="noStrike" spc="-1">
                          <a:solidFill>
                            <a:srgbClr val="D9D9D9"/>
                          </a:solidFill>
                          <a:latin typeface="Arial" panose="020B0604020202020204"/>
                        </a:rPr>
                        <a:t>".</a:t>
                      </a:r>
                      <a:endParaRPr lang="en-US" sz="1200" b="0" strike="noStrike" spc="-1">
                        <a:latin typeface="Arial" panose="020B0604020202020204"/>
                      </a:endParaRPr>
                    </a:p>
                  </a:txBody>
                  <a:tcPr marL="182880">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010101"/>
                    </a:solidFill>
                  </a:tcPr>
                </a:tc>
                <a:tc hMerge="1">
                  <a:tcPr marL="90000" marR="90000">
                    <a:solidFill>
                      <a:srgbClr val="729FCF"/>
                    </a:solidFill>
                  </a:tcPr>
                </a:tc>
              </a:tr>
              <a:tr h="2799720">
                <a:tc>
                  <a:txBody>
                    <a:bodyPr/>
                    <a:lstStyle/>
                    <a:p>
                      <a:pPr algn="ctr">
                        <a:lnSpc>
                          <a:spcPct val="100000"/>
                        </a:lnSpc>
                      </a:pPr>
                      <a:endParaRPr lang="en-US" sz="1420" b="0" strike="noStrike" spc="-1">
                        <a:latin typeface="Arial" panose="020B0604020202020204"/>
                      </a:endParaRPr>
                    </a:p>
                    <a:p>
                      <a:pPr algn="ctr">
                        <a:lnSpc>
                          <a:spcPct val="100000"/>
                        </a:lnSpc>
                      </a:pPr>
                      <a:endParaRPr lang="en-US" sz="1420" b="0" strike="noStrike" spc="-1">
                        <a:latin typeface="Arial" panose="020B0604020202020204"/>
                      </a:endParaRPr>
                    </a:p>
                    <a:p>
                      <a:pPr algn="ctr">
                        <a:lnSpc>
                          <a:spcPct val="100000"/>
                        </a:lnSpc>
                      </a:pPr>
                      <a:r>
                        <a:rPr lang="en-US" sz="1200" b="0" strike="noStrike" spc="-1">
                          <a:solidFill>
                            <a:srgbClr val="FFFFFF"/>
                          </a:solidFill>
                          <a:latin typeface="Arial" panose="020B0604020202020204"/>
                        </a:rPr>
                        <a:t>This is a template for a</a:t>
                      </a:r>
                      <a:endParaRPr lang="en-US" sz="1200" b="0" strike="noStrike" spc="-1">
                        <a:latin typeface="Arial" panose="020B0604020202020204"/>
                      </a:endParaRPr>
                    </a:p>
                    <a:p>
                      <a:pPr algn="ctr">
                        <a:lnSpc>
                          <a:spcPct val="100000"/>
                        </a:lnSpc>
                        <a:tabLst>
                          <a:tab pos="0" algn="l"/>
                        </a:tabLst>
                      </a:pPr>
                      <a:r>
                        <a:rPr lang="en-US" sz="1200" b="0" strike="noStrike" spc="-1">
                          <a:solidFill>
                            <a:srgbClr val="FFFFFF"/>
                          </a:solidFill>
                          <a:latin typeface="Arial" panose="020B0604020202020204"/>
                        </a:rPr>
                        <a:t>presentation poster </a:t>
                      </a:r>
                      <a:br>
                        <a:rPr lang="en-US" sz="1200" b="0" strike="noStrike" spc="-1">
                          <a:solidFill>
                            <a:srgbClr val="FFFFFF"/>
                          </a:solidFill>
                          <a:latin typeface="Arial" panose="020B0604020202020204"/>
                        </a:rPr>
                      </a:br>
                      <a:r>
                        <a:rPr lang="en-US" sz="2000" b="1" strike="noStrike" spc="-1">
                          <a:solidFill>
                            <a:srgbClr val="FFC000"/>
                          </a:solidFill>
                          <a:latin typeface="Arial" panose="020B0604020202020204"/>
                        </a:rPr>
                        <a:t>42 inches tall</a:t>
                      </a:r>
                      <a:br>
                        <a:rPr lang="en-US" sz="2000" b="1" strike="noStrike" spc="-1">
                          <a:solidFill>
                            <a:srgbClr val="FFC000"/>
                          </a:solidFill>
                          <a:latin typeface="Arial" panose="020B0604020202020204"/>
                        </a:rPr>
                      </a:br>
                      <a:r>
                        <a:rPr lang="en-US" sz="2000" b="1" strike="noStrike" spc="-1">
                          <a:solidFill>
                            <a:srgbClr val="FFC000"/>
                          </a:solidFill>
                          <a:latin typeface="Arial" panose="020B0604020202020204"/>
                        </a:rPr>
                        <a:t>by</a:t>
                      </a:r>
                      <a:br>
                        <a:rPr lang="en-US" sz="2000" b="1" strike="noStrike" spc="-1">
                          <a:solidFill>
                            <a:srgbClr val="FFC000"/>
                          </a:solidFill>
                          <a:latin typeface="Arial" panose="020B0604020202020204"/>
                        </a:rPr>
                      </a:br>
                      <a:r>
                        <a:rPr lang="en-US" sz="2000" b="1" strike="noStrike" spc="-1">
                          <a:solidFill>
                            <a:srgbClr val="FFC000"/>
                          </a:solidFill>
                          <a:latin typeface="Arial" panose="020B0604020202020204"/>
                        </a:rPr>
                        <a:t>60 inches wide</a:t>
                      </a:r>
                      <a:br>
                        <a:rPr lang="en-US" sz="2000" b="1" strike="noStrike" spc="-1">
                          <a:solidFill>
                            <a:srgbClr val="FFC000"/>
                          </a:solidFill>
                          <a:latin typeface="Arial" panose="020B0604020202020204"/>
                        </a:rPr>
                      </a:br>
                      <a:endParaRPr lang="en-US" sz="2000" b="0" strike="noStrike" spc="-1">
                        <a:latin typeface="Arial" panose="020B0604020202020204"/>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c>
                  <a:txBody>
                    <a:bodyPr/>
                    <a:lstStyle/>
                    <a:p>
                      <a:pPr>
                        <a:lnSpc>
                          <a:spcPct val="100000"/>
                        </a:lnSpc>
                        <a:tabLst>
                          <a:tab pos="0" algn="l"/>
                        </a:tabLst>
                      </a:pPr>
                      <a:r>
                        <a:rPr lang="en-US" sz="1400" b="1" strike="noStrike" spc="-1">
                          <a:solidFill>
                            <a:srgbClr val="FFC000"/>
                          </a:solidFill>
                          <a:latin typeface="Arial" panose="020B0604020202020204"/>
                        </a:rPr>
                        <a:t>Important: Check the template size</a:t>
                      </a:r>
                      <a:br>
                        <a:rPr lang="en-US" sz="1400" b="1" strike="noStrike" spc="-1">
                          <a:solidFill>
                            <a:srgbClr val="FFC000"/>
                          </a:solidFill>
                          <a:latin typeface="Arial" panose="020B0604020202020204"/>
                        </a:rPr>
                      </a:br>
                      <a:r>
                        <a:rPr lang="en-US" sz="1200" b="0" strike="noStrike" spc="-1">
                          <a:solidFill>
                            <a:srgbClr val="D9D9D9"/>
                          </a:solidFill>
                          <a:latin typeface="Arial" panose="020B0604020202020204"/>
                        </a:rPr>
                        <a:t>Before you start working on your poster and to avoid printing problems check that you have downloaded and that you are using the correct size template for your poster presentation.</a:t>
                      </a:r>
                      <a:br>
                        <a:rPr lang="en-US" sz="1200" b="0" strike="noStrike" spc="-1">
                          <a:solidFill>
                            <a:srgbClr val="D9D9D9"/>
                          </a:solidFill>
                          <a:latin typeface="Arial" panose="020B0604020202020204"/>
                        </a:rPr>
                      </a:br>
                      <a:r>
                        <a:rPr lang="en-US" sz="1200" b="0" strike="noStrike" spc="-1">
                          <a:solidFill>
                            <a:srgbClr val="D9D9D9"/>
                          </a:solidFill>
                          <a:latin typeface="Arial" panose="020B0604020202020204"/>
                        </a:rPr>
                        <a:t>This template can also be printed at the following sizes without distortion and without any additional formatting:</a:t>
                      </a:r>
                      <a:br>
                        <a:rPr lang="en-US" sz="1200" b="0" strike="noStrike" spc="-1">
                          <a:solidFill>
                            <a:srgbClr val="D9D9D9"/>
                          </a:solidFill>
                          <a:latin typeface="Arial" panose="020B0604020202020204"/>
                        </a:rPr>
                      </a:br>
                      <a:r>
                        <a:rPr lang="en-US" sz="1200" b="0" strike="noStrike" spc="-1">
                          <a:solidFill>
                            <a:srgbClr val="FFC000"/>
                          </a:solidFill>
                          <a:latin typeface="Arial" panose="020B0604020202020204"/>
                        </a:rPr>
                        <a:t>36 tall x 51.42 wide</a:t>
                      </a:r>
                      <a:br>
                        <a:rPr lang="en-US" sz="1200" b="0" strike="noStrike" spc="-1">
                          <a:solidFill>
                            <a:srgbClr val="FFC000"/>
                          </a:solidFill>
                          <a:latin typeface="Arial" panose="020B0604020202020204"/>
                        </a:rPr>
                      </a:br>
                      <a:r>
                        <a:rPr lang="en-US" sz="1200" b="0" strike="noStrike" spc="-1">
                          <a:solidFill>
                            <a:srgbClr val="FFC000"/>
                          </a:solidFill>
                          <a:latin typeface="Arial" panose="020B0604020202020204"/>
                        </a:rPr>
                        <a:t>48 tall x 68.57 wide</a:t>
                      </a: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r>
              <a:tr h="2724120">
                <a:tc>
                  <a:txBody>
                    <a:bodyPr/>
                    <a:lstStyle/>
                    <a:p>
                      <a:endParaRPr lang="ar-SA"/>
                    </a:p>
                  </a:txBody>
                  <a:tcPr>
                    <a:lnL w="12240">
                      <a:solidFill>
                        <a:srgbClr val="FFFFFF"/>
                      </a:solidFill>
                    </a:lnL>
                    <a:lnR w="12240">
                      <a:solidFill>
                        <a:srgbClr val="FFFFFF"/>
                      </a:solidFill>
                    </a:lnR>
                    <a:lnT w="12240">
                      <a:solidFill>
                        <a:srgbClr val="FFFFFF"/>
                      </a:solidFill>
                    </a:lnT>
                    <a:lnB w="12240">
                      <a:solidFill>
                        <a:srgbClr val="FFFFFF"/>
                      </a:solidFill>
                    </a:lnB>
                    <a:blipFill rotWithShape="0">
                      <a:blip r:embed="rId13"/>
                      <a:stretch>
                        <a:fillRect/>
                      </a:stretch>
                    </a:blipFill>
                  </a:tcPr>
                </a:tc>
                <a:tc>
                  <a:txBody>
                    <a:bodyPr/>
                    <a:lstStyle/>
                    <a:p>
                      <a:pPr>
                        <a:lnSpc>
                          <a:spcPct val="100000"/>
                        </a:lnSpc>
                      </a:pPr>
                      <a:r>
                        <a:rPr lang="en-US" sz="1400" b="1" strike="noStrike" spc="-1">
                          <a:solidFill>
                            <a:srgbClr val="FFC000"/>
                          </a:solidFill>
                          <a:latin typeface="Arial" panose="020B0604020202020204"/>
                        </a:rPr>
                        <a:t>How to </a:t>
                      </a:r>
                      <a:r>
                        <a:rPr lang="en-US" sz="2400" b="1" strike="noStrike" spc="-1">
                          <a:solidFill>
                            <a:srgbClr val="FFC000"/>
                          </a:solidFill>
                          <a:latin typeface="Arial" panose="020B0604020202020204"/>
                        </a:rPr>
                        <a:t>Zoom in </a:t>
                      </a:r>
                      <a:r>
                        <a:rPr lang="en-US" sz="1400" b="1" strike="noStrike" spc="-1">
                          <a:solidFill>
                            <a:srgbClr val="FFC000"/>
                          </a:solidFill>
                          <a:latin typeface="Arial" panose="020B0604020202020204"/>
                        </a:rPr>
                        <a:t>and </a:t>
                      </a:r>
                      <a:r>
                        <a:rPr lang="en-US" sz="1100" b="1" strike="noStrike" spc="-1">
                          <a:solidFill>
                            <a:srgbClr val="FFC000"/>
                          </a:solidFill>
                          <a:latin typeface="Arial" panose="020B0604020202020204"/>
                        </a:rPr>
                        <a:t>out</a:t>
                      </a:r>
                      <a:endParaRPr lang="en-US" sz="1100" b="0" strike="noStrike" spc="-1">
                        <a:latin typeface="Arial" panose="020B0604020202020204"/>
                      </a:endParaRPr>
                    </a:p>
                    <a:p>
                      <a:pPr>
                        <a:lnSpc>
                          <a:spcPct val="100000"/>
                        </a:lnSpc>
                      </a:pPr>
                      <a:r>
                        <a:rPr lang="en-US" sz="1200" b="0" strike="noStrike" spc="-1">
                          <a:solidFill>
                            <a:srgbClr val="D9D9D9"/>
                          </a:solidFill>
                          <a:latin typeface="Arial" panose="020B0604020202020204"/>
                        </a:rPr>
                        <a:t>Use the PowerPoint zoom tool to adjust the screen magnification to view comfortably. PowerPoint provides 2 ways to zoom: </a:t>
                      </a:r>
                      <a:br>
                        <a:rPr lang="en-US" sz="1200" b="0" strike="noStrike" spc="-1">
                          <a:solidFill>
                            <a:srgbClr val="D9D9D9"/>
                          </a:solidFill>
                          <a:latin typeface="Arial" panose="020B0604020202020204"/>
                        </a:rPr>
                      </a:br>
                      <a:r>
                        <a:rPr lang="en-US" sz="1200" b="0" strike="noStrike" spc="-1">
                          <a:solidFill>
                            <a:srgbClr val="FFC000"/>
                          </a:solidFill>
                          <a:latin typeface="Arial" panose="020B0604020202020204"/>
                        </a:rPr>
                        <a:t>1. </a:t>
                      </a:r>
                      <a:r>
                        <a:rPr lang="en-US" sz="1200" b="0" strike="noStrike" spc="-1">
                          <a:solidFill>
                            <a:srgbClr val="D9D9D9"/>
                          </a:solidFill>
                          <a:latin typeface="Arial" panose="020B0604020202020204"/>
                        </a:rPr>
                        <a:t>On the top menu bar click on the VIEW tab and then click on ZOOM. Choose the zoom percentage that works best for you. </a:t>
                      </a:r>
                      <a:br>
                        <a:rPr lang="en-US" sz="1200" b="0" strike="noStrike" spc="-1">
                          <a:solidFill>
                            <a:srgbClr val="D9D9D9"/>
                          </a:solidFill>
                          <a:latin typeface="Arial" panose="020B0604020202020204"/>
                        </a:rPr>
                      </a:br>
                      <a:r>
                        <a:rPr lang="en-US" sz="1200" b="0" strike="noStrike" spc="-1">
                          <a:solidFill>
                            <a:srgbClr val="FFC000"/>
                          </a:solidFill>
                          <a:latin typeface="Arial" panose="020B0604020202020204"/>
                        </a:rPr>
                        <a:t>2. </a:t>
                      </a:r>
                      <a:r>
                        <a:rPr lang="en-US" sz="1200" b="0" strike="noStrike" spc="-1">
                          <a:solidFill>
                            <a:srgbClr val="D9D9D9"/>
                          </a:solidFill>
                          <a:latin typeface="Arial" panose="020B0604020202020204"/>
                        </a:rPr>
                        <a:t>For better zoom flexibility, use the zoom slider at the bottom right of the window.</a:t>
                      </a: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r>
              <a:tr h="1217520">
                <a:tc gridSpan="2">
                  <a:txBody>
                    <a:bodyPr/>
                    <a:lstStyle/>
                    <a:p>
                      <a:pPr>
                        <a:lnSpc>
                          <a:spcPct val="100000"/>
                        </a:lnSpc>
                        <a:tabLst>
                          <a:tab pos="0" algn="l"/>
                        </a:tabLst>
                      </a:pPr>
                      <a:r>
                        <a:rPr lang="en-US" sz="1400" b="1" strike="noStrike" spc="-1">
                          <a:solidFill>
                            <a:srgbClr val="FFC000"/>
                          </a:solidFill>
                          <a:latin typeface="Arial" panose="020B0604020202020204"/>
                        </a:rPr>
                        <a:t>Ruler and Guides</a:t>
                      </a:r>
                      <a:br>
                        <a:rPr lang="en-US" sz="1400" b="1" strike="noStrike" spc="-1">
                          <a:solidFill>
                            <a:srgbClr val="FFC000"/>
                          </a:solidFill>
                          <a:latin typeface="Arial" panose="020B0604020202020204"/>
                        </a:rPr>
                      </a:br>
                      <a:r>
                        <a:rPr lang="en-US" sz="1200" b="0" strike="noStrike" spc="-1">
                          <a:solidFill>
                            <a:srgbClr val="D9D9D9"/>
                          </a:solidFill>
                          <a:latin typeface="Arial" panose="020B0604020202020204"/>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lang="en-US" sz="1200" b="0" strike="noStrike" spc="-1">
                        <a:latin typeface="Arial" panose="020B0604020202020204"/>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c hMerge="1">
                  <a:tcPr marL="90000" marR="90000">
                    <a:solidFill>
                      <a:srgbClr val="729FCF"/>
                    </a:solidFill>
                  </a:tcPr>
                </a:tc>
              </a:tr>
              <a:tr h="2586600">
                <a:tc>
                  <a:txBody>
                    <a:bodyPr/>
                    <a:lstStyle/>
                    <a:p>
                      <a:endParaRPr lang="ar-SA"/>
                    </a:p>
                  </a:txBody>
                  <a:tcPr>
                    <a:lnL w="12240">
                      <a:solidFill>
                        <a:srgbClr val="FFFFFF"/>
                      </a:solidFill>
                    </a:lnL>
                    <a:lnR w="12240">
                      <a:solidFill>
                        <a:srgbClr val="FFFFFF"/>
                      </a:solidFill>
                    </a:lnR>
                    <a:lnT w="12240">
                      <a:solidFill>
                        <a:srgbClr val="FFFFFF"/>
                      </a:solidFill>
                    </a:lnT>
                    <a:lnB w="12240">
                      <a:solidFill>
                        <a:srgbClr val="FFFFFF"/>
                      </a:solidFill>
                    </a:lnB>
                    <a:blipFill rotWithShape="0">
                      <a:blip r:embed="rId14"/>
                      <a:stretch>
                        <a:fillRect/>
                      </a:stretch>
                    </a:blipFill>
                  </a:tcPr>
                </a:tc>
                <a:tc>
                  <a:txBody>
                    <a:bodyPr/>
                    <a:lstStyle/>
                    <a:p>
                      <a:pPr>
                        <a:lnSpc>
                          <a:spcPct val="100000"/>
                        </a:lnSpc>
                        <a:tabLst>
                          <a:tab pos="0" algn="l"/>
                        </a:tabLst>
                      </a:pPr>
                      <a:r>
                        <a:rPr lang="en-US" sz="1400" b="1" strike="noStrike" spc="-1">
                          <a:solidFill>
                            <a:srgbClr val="FFC000"/>
                          </a:solidFill>
                          <a:latin typeface="Arial" panose="020B0604020202020204"/>
                        </a:rPr>
                        <a:t>Headers and text containers</a:t>
                      </a:r>
                      <a:br>
                        <a:rPr lang="en-US" sz="1400" b="1" strike="noStrike" spc="-1">
                          <a:solidFill>
                            <a:srgbClr val="FFC000"/>
                          </a:solidFill>
                          <a:latin typeface="Arial" panose="020B0604020202020204"/>
                        </a:rPr>
                      </a:br>
                      <a:r>
                        <a:rPr lang="en-US" sz="1200" b="0" strike="noStrike" spc="-1">
                          <a:solidFill>
                            <a:srgbClr val="D9D9D9"/>
                          </a:solidFill>
                          <a:latin typeface="Arial" panose="020B0604020202020204"/>
                        </a:rPr>
                        <a:t>Included in this template are commonly used section headers such as Abstract, Objectives, Methods, Results, etc. </a:t>
                      </a:r>
                      <a:br>
                        <a:rPr lang="en-US" sz="1200" b="0" strike="noStrike" spc="-1">
                          <a:solidFill>
                            <a:srgbClr val="D9D9D9"/>
                          </a:solidFill>
                          <a:latin typeface="Arial" panose="020B0604020202020204"/>
                        </a:rPr>
                      </a:br>
                      <a:r>
                        <a:rPr lang="en-US" sz="1200" b="0" strike="noStrike" spc="-1">
                          <a:solidFill>
                            <a:srgbClr val="FFC000"/>
                          </a:solidFill>
                          <a:latin typeface="Arial" panose="020B0604020202020204"/>
                        </a:rPr>
                        <a:t>-</a:t>
                      </a:r>
                      <a:r>
                        <a:rPr lang="en-US" sz="1200" b="0" strike="noStrike" spc="-1">
                          <a:solidFill>
                            <a:srgbClr val="FFFFFF"/>
                          </a:solidFill>
                          <a:latin typeface="Arial" panose="020B0604020202020204"/>
                        </a:rPr>
                        <a:t> </a:t>
                      </a:r>
                      <a:r>
                        <a:rPr lang="en-US" sz="1200" b="0" strike="noStrike" spc="-1">
                          <a:solidFill>
                            <a:srgbClr val="D9D9D9"/>
                          </a:solidFill>
                          <a:latin typeface="Arial" panose="020B0604020202020204"/>
                        </a:rPr>
                        <a:t>Click inside a section header to add its text. </a:t>
                      </a:r>
                      <a:br>
                        <a:rPr lang="en-US" sz="1200" b="0" strike="noStrike" spc="-1">
                          <a:solidFill>
                            <a:srgbClr val="D9D9D9"/>
                          </a:solidFill>
                          <a:latin typeface="Arial" panose="020B0604020202020204"/>
                        </a:rPr>
                      </a:br>
                      <a:r>
                        <a:rPr lang="en-US" sz="1200" b="0" strike="noStrike" spc="-1">
                          <a:solidFill>
                            <a:srgbClr val="FFC000"/>
                          </a:solidFill>
                          <a:latin typeface="Arial" panose="020B0604020202020204"/>
                        </a:rPr>
                        <a:t>-</a:t>
                      </a:r>
                      <a:r>
                        <a:rPr lang="en-US" sz="1200" b="0" strike="noStrike" spc="-1">
                          <a:solidFill>
                            <a:srgbClr val="FFFFFF"/>
                          </a:solidFill>
                          <a:latin typeface="Arial" panose="020B0604020202020204"/>
                        </a:rPr>
                        <a:t> </a:t>
                      </a:r>
                      <a:r>
                        <a:rPr lang="en-US" sz="1200" b="0" strike="noStrike" spc="-1">
                          <a:solidFill>
                            <a:srgbClr val="D9D9D9"/>
                          </a:solidFill>
                          <a:latin typeface="Arial" panose="020B0604020202020204"/>
                        </a:rPr>
                        <a:t>To add another header, click on edge of the section box so that it is outlined. Copy and paste it. </a:t>
                      </a:r>
                      <a:br>
                        <a:rPr lang="en-US" sz="1200" b="0" strike="noStrike" spc="-1">
                          <a:solidFill>
                            <a:srgbClr val="D9D9D9"/>
                          </a:solidFill>
                          <a:latin typeface="Arial" panose="020B0604020202020204"/>
                        </a:rPr>
                      </a:br>
                      <a:r>
                        <a:rPr lang="en-US" sz="1200" b="0" strike="noStrike" spc="-1">
                          <a:solidFill>
                            <a:srgbClr val="FFC000"/>
                          </a:solidFill>
                          <a:latin typeface="Arial" panose="020B0604020202020204"/>
                        </a:rPr>
                        <a:t>-</a:t>
                      </a:r>
                      <a:r>
                        <a:rPr lang="en-US" sz="1200" b="0" strike="noStrike" spc="-1">
                          <a:solidFill>
                            <a:srgbClr val="FFFFFF"/>
                          </a:solidFill>
                          <a:latin typeface="Arial" panose="020B0604020202020204"/>
                        </a:rPr>
                        <a:t> </a:t>
                      </a:r>
                      <a:r>
                        <a:rPr lang="en-US" sz="1200" b="0" strike="noStrike" spc="-1">
                          <a:solidFill>
                            <a:srgbClr val="D9D9D9"/>
                          </a:solidFill>
                          <a:latin typeface="Arial" panose="020B0604020202020204"/>
                        </a:rPr>
                        <a:t>To increase its size, click on the white circles and expand to the the desired size.</a:t>
                      </a: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r>
              <a:tr h="2130120">
                <a:tc gridSpan="2">
                  <a:txBody>
                    <a:bodyPr/>
                    <a:lstStyle/>
                    <a:p>
                      <a:pPr>
                        <a:lnSpc>
                          <a:spcPct val="100000"/>
                        </a:lnSpc>
                      </a:pPr>
                      <a:r>
                        <a:rPr lang="en-US" sz="1400" b="1" strike="noStrike" spc="-1">
                          <a:solidFill>
                            <a:srgbClr val="FFC000"/>
                          </a:solidFill>
                          <a:latin typeface="Arial" panose="020B0604020202020204"/>
                        </a:rPr>
                        <a:t>Adding content to the poster</a:t>
                      </a:r>
                      <a:endParaRPr lang="en-US" sz="1400" b="0" strike="noStrike" spc="-1">
                        <a:latin typeface="Arial" panose="020B0604020202020204"/>
                      </a:endParaRPr>
                    </a:p>
                    <a:p>
                      <a:pPr>
                        <a:lnSpc>
                          <a:spcPct val="100000"/>
                        </a:lnSpc>
                      </a:pPr>
                      <a:r>
                        <a:rPr lang="en-US" sz="1200" b="0" strike="noStrike" spc="-1">
                          <a:solidFill>
                            <a:srgbClr val="D9D9D9"/>
                          </a:solidFill>
                          <a:latin typeface="Arial" panose="020B0604020202020204"/>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lang="en-US" sz="1200" b="0" strike="noStrike" spc="-1">
                        <a:latin typeface="Arial" panose="020B0604020202020204"/>
                      </a:endParaRPr>
                    </a:p>
                    <a:p>
                      <a:pPr marL="342900" indent="-342900">
                        <a:lnSpc>
                          <a:spcPct val="100000"/>
                        </a:lnSpc>
                        <a:buClr>
                          <a:srgbClr val="D9D9D9"/>
                        </a:buClr>
                        <a:buFont typeface="StarSymbol"/>
                        <a:buChar char="-"/>
                      </a:pPr>
                      <a:r>
                        <a:rPr lang="en-US" sz="1200" b="0" strike="noStrike" spc="-1">
                          <a:solidFill>
                            <a:srgbClr val="D9D9D9"/>
                          </a:solidFill>
                          <a:latin typeface="Arial" panose="020B0604020202020204"/>
                        </a:rPr>
                        <a:t>If you run out of room, try to reduce the size of your fonts and/or the size of your graphics. If there is a lot of empty space try to increase your font sizes and the size of your graphics. The font used for references can be smaller.</a:t>
                      </a:r>
                      <a:endParaRPr lang="en-US" sz="1200" b="0" strike="noStrike" spc="-1">
                        <a:latin typeface="Arial" panose="020B0604020202020204"/>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c hMerge="1">
                  <a:tcPr marL="90000" marR="90000">
                    <a:solidFill>
                      <a:srgbClr val="729FCF"/>
                    </a:solidFill>
                  </a:tcPr>
                </a:tc>
              </a:tr>
              <a:tr h="1491480">
                <a:tc gridSpan="2">
                  <a:txBody>
                    <a:bodyPr/>
                    <a:lstStyle/>
                    <a:p>
                      <a:pPr>
                        <a:lnSpc>
                          <a:spcPct val="100000"/>
                        </a:lnSpc>
                        <a:tabLst>
                          <a:tab pos="0" algn="l"/>
                        </a:tabLst>
                      </a:pPr>
                      <a:r>
                        <a:rPr lang="en-US" sz="1400" b="1" strike="noStrike" spc="-1">
                          <a:solidFill>
                            <a:srgbClr val="FFC000"/>
                          </a:solidFill>
                          <a:latin typeface="Arial" panose="020B0604020202020204"/>
                        </a:rPr>
                        <a:t>Photos</a:t>
                      </a:r>
                      <a:endParaRPr lang="en-US" sz="14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c hMerge="1">
                  <a:tcPr marL="90000" marR="90000">
                    <a:solidFill>
                      <a:srgbClr val="729FCF"/>
                    </a:solidFill>
                  </a:tcPr>
                </a:tc>
              </a:tr>
              <a:tr h="457560">
                <a:tc gridSpan="2">
                  <a:txBody>
                    <a:bodyPr/>
                    <a:lstStyle/>
                    <a:p>
                      <a:endParaRPr lang="ar-SA"/>
                    </a:p>
                  </a:txBody>
                  <a:tcPr marL="182880">
                    <a:lnL w="12240">
                      <a:solidFill>
                        <a:srgbClr val="FFFFFF"/>
                      </a:solidFill>
                    </a:lnL>
                    <a:lnR w="12240">
                      <a:solidFill>
                        <a:srgbClr val="FFFFFF"/>
                      </a:solidFill>
                    </a:lnR>
                    <a:lnT w="12240">
                      <a:solidFill>
                        <a:srgbClr val="FFFFFF"/>
                      </a:solidFill>
                    </a:lnT>
                    <a:lnB w="12240">
                      <a:solidFill>
                        <a:srgbClr val="FFFFFF"/>
                      </a:solidFill>
                    </a:lnB>
                    <a:blipFill rotWithShape="0">
                      <a:blip r:embed="rId15"/>
                      <a:stretch>
                        <a:fillRect/>
                      </a:stretch>
                    </a:blipFill>
                  </a:tcPr>
                </a:tc>
                <a:tc hMerge="1">
                  <a:tcPr marL="90000" marR="90000">
                    <a:solidFill>
                      <a:srgbClr val="729FCF"/>
                    </a:solidFill>
                  </a:tcPr>
                </a:tc>
              </a:tr>
              <a:tr h="761400">
                <a:tc gridSpan="2">
                  <a:txBody>
                    <a:bodyPr/>
                    <a:lstStyle/>
                    <a:p>
                      <a:pPr>
                        <a:lnSpc>
                          <a:spcPct val="100000"/>
                        </a:lnSpc>
                        <a:tabLst>
                          <a:tab pos="0" algn="l"/>
                        </a:tabLst>
                      </a:pPr>
                      <a:r>
                        <a:rPr lang="en-US" sz="1400" b="1" strike="noStrike" spc="-1">
                          <a:solidFill>
                            <a:srgbClr val="FFC000"/>
                          </a:solidFill>
                          <a:latin typeface="Arial" panose="020B0604020202020204"/>
                        </a:rPr>
                        <a:t>Quality check your graphics</a:t>
                      </a:r>
                      <a:endParaRPr lang="en-US" sz="14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Zoom in and look at your images at 100%-200% magnification. If they look clear, they will print well. </a:t>
                      </a: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c hMerge="1">
                  <a:tcPr marL="90000" marR="90000">
                    <a:solidFill>
                      <a:srgbClr val="729FCF"/>
                    </a:solidFill>
                  </a:tcPr>
                </a:tc>
              </a:tr>
              <a:tr h="457560">
                <a:tc gridSpan="2">
                  <a:txBody>
                    <a:bodyPr/>
                    <a:lstStyle/>
                    <a:p>
                      <a:endParaRPr lang="ar-SA"/>
                    </a:p>
                  </a:txBody>
                  <a:tcPr marL="182880">
                    <a:lnL w="12240">
                      <a:solidFill>
                        <a:srgbClr val="FFFFFF"/>
                      </a:solidFill>
                    </a:lnL>
                    <a:lnR w="12240">
                      <a:solidFill>
                        <a:srgbClr val="FFFFFF"/>
                      </a:solidFill>
                    </a:lnR>
                    <a:lnT w="12240">
                      <a:solidFill>
                        <a:srgbClr val="FFFFFF"/>
                      </a:solidFill>
                    </a:lnT>
                    <a:lnB w="12240">
                      <a:solidFill>
                        <a:srgbClr val="FFFFFF"/>
                      </a:solidFill>
                    </a:lnB>
                    <a:blipFill rotWithShape="0">
                      <a:blip r:embed="rId16"/>
                      <a:stretch>
                        <a:fillRect/>
                      </a:stretch>
                    </a:blipFill>
                  </a:tcPr>
                </a:tc>
                <a:tc hMerge="1">
                  <a:tcPr marL="90000" marR="90000">
                    <a:solidFill>
                      <a:srgbClr val="729FCF"/>
                    </a:solidFill>
                  </a:tcPr>
                </a:tc>
              </a:tr>
            </a:tbl>
          </a:graphicData>
        </a:graphic>
      </p:graphicFrame>
      <p:graphicFrame>
        <p:nvGraphicFramePr>
          <p:cNvPr id="3" name="Table 4"/>
          <p:cNvGraphicFramePr/>
          <p:nvPr/>
        </p:nvGraphicFramePr>
        <p:xfrm>
          <a:off x="21763080" y="360"/>
          <a:ext cx="4756680" cy="14575920"/>
        </p:xfrm>
        <a:graphic>
          <a:graphicData uri="http://schemas.openxmlformats.org/drawingml/2006/table">
            <a:tbl>
              <a:tblPr/>
              <a:tblGrid>
                <a:gridCol w="2383560"/>
                <a:gridCol w="2373120"/>
              </a:tblGrid>
              <a:tr h="731520">
                <a:tc gridSpan="2">
                  <a:txBody>
                    <a:bodyPr/>
                    <a:lstStyle/>
                    <a:p>
                      <a:pPr algn="ctr">
                        <a:lnSpc>
                          <a:spcPct val="100000"/>
                        </a:lnSpc>
                        <a:tabLst>
                          <a:tab pos="0" algn="l"/>
                        </a:tabLst>
                      </a:pPr>
                      <a:r>
                        <a:rPr lang="en-US" sz="2000" b="0" strike="noStrike" spc="599">
                          <a:solidFill>
                            <a:srgbClr val="1F3A4E"/>
                          </a:solidFill>
                          <a:latin typeface="Arial Black" panose="020B0A04020102020204"/>
                        </a:rPr>
                        <a:t>QUICK START GUIDE</a:t>
                      </a:r>
                      <a:br>
                        <a:rPr lang="en-US" sz="2000" b="0" strike="noStrike" spc="599">
                          <a:solidFill>
                            <a:srgbClr val="1F3A4E"/>
                          </a:solidFill>
                          <a:latin typeface="Arial Black" panose="020B0A04020102020204"/>
                        </a:rPr>
                      </a:br>
                      <a:r>
                        <a:rPr lang="en-US" sz="1600" b="1" strike="noStrike" spc="-1">
                          <a:solidFill>
                            <a:srgbClr val="FF0000"/>
                          </a:solidFill>
                          <a:latin typeface="Trebuchet MS" panose="020B0603020202020204"/>
                        </a:rPr>
                        <a:t>(THIS SIDEBAR WILL NOT PRINT)</a:t>
                      </a:r>
                      <a:endParaRPr lang="en-US" sz="16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38160">
                      <a:solidFill>
                        <a:srgbClr val="FFFFFF"/>
                      </a:solidFill>
                    </a:lnB>
                    <a:solidFill>
                      <a:srgbClr val="FFC000"/>
                    </a:solidFill>
                  </a:tcPr>
                </a:tc>
                <a:tc hMerge="1">
                  <a:tcPr marL="90000" marR="90000">
                    <a:solidFill>
                      <a:srgbClr val="729FCF"/>
                    </a:solidFill>
                  </a:tcPr>
                </a:tc>
              </a:tr>
              <a:tr h="2769120">
                <a:tc gridSpan="2">
                  <a:txBody>
                    <a:bodyPr/>
                    <a:lstStyle/>
                    <a:p>
                      <a:pPr>
                        <a:lnSpc>
                          <a:spcPct val="100000"/>
                        </a:lnSpc>
                      </a:pPr>
                      <a:r>
                        <a:rPr lang="en-US" sz="1400" b="1" strike="noStrike" spc="-1">
                          <a:solidFill>
                            <a:srgbClr val="FFC000"/>
                          </a:solidFill>
                          <a:latin typeface="Arial" panose="020B0604020202020204"/>
                        </a:rPr>
                        <a:t>How to change the template colors</a:t>
                      </a:r>
                      <a:endParaRPr lang="en-US" sz="14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You can change the overall template color theme by clicking on the COLORS dropdown menu under the DESIGN tab. You can see a tutorial here: </a:t>
                      </a:r>
                      <a:r>
                        <a:rPr lang="en-US" sz="1200" b="0" u="sng" strike="noStrike" spc="-1">
                          <a:solidFill>
                            <a:srgbClr val="0563C1"/>
                          </a:solidFill>
                          <a:uFillTx/>
                          <a:latin typeface="Calibri" panose="020F0502020204030204"/>
                          <a:hlinkClick r:id="rId17"/>
                        </a:rPr>
                        <a:t>https://www.posterpresentations.com/how-to-change-the-research-poster-template-colors.html</a:t>
                      </a:r>
                      <a:endParaRPr lang="en-US" sz="1200" b="0" strike="noStrike" spc="-1">
                        <a:latin typeface="Arial" panose="020B0604020202020204"/>
                      </a:endParaRPr>
                    </a:p>
                    <a:p>
                      <a:pPr>
                        <a:lnSpc>
                          <a:spcPct val="100000"/>
                        </a:lnSpc>
                        <a:tabLst>
                          <a:tab pos="0" algn="l"/>
                        </a:tabLst>
                      </a:pPr>
                      <a:endParaRPr lang="en-US" sz="12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You can also manually change the color of individual elements by going to VIEW &gt; SLIDE MASTER. On the left side of your screen select the background master where you can change the template background, column sizes, etc. </a:t>
                      </a:r>
                      <a:endParaRPr lang="en-US" sz="1200" b="0" strike="noStrike" spc="-1">
                        <a:latin typeface="Arial" panose="020B0604020202020204"/>
                      </a:endParaRPr>
                    </a:p>
                    <a:p>
                      <a:pPr>
                        <a:lnSpc>
                          <a:spcPct val="100000"/>
                        </a:lnSpc>
                        <a:tabLst>
                          <a:tab pos="0" algn="l"/>
                        </a:tabLst>
                      </a:pPr>
                      <a:endParaRPr lang="en-US" sz="12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After you finish working on the SLIDE MASTER, it is important that you go to VIEW &gt; NORMAL to continue working on your poster. </a:t>
                      </a:r>
                      <a:endParaRPr lang="en-US" sz="1200" b="0" strike="noStrike" spc="-1">
                        <a:latin typeface="Arial" panose="020B0604020202020204"/>
                      </a:endParaRPr>
                    </a:p>
                  </a:txBody>
                  <a:tcPr marL="182880">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000000"/>
                    </a:solidFill>
                  </a:tcPr>
                </a:tc>
                <a:tc hMerge="1">
                  <a:tcPr marL="90000" marR="90000">
                    <a:solidFill>
                      <a:srgbClr val="729FCF"/>
                    </a:solidFill>
                  </a:tcPr>
                </a:tc>
              </a:tr>
              <a:tr h="1491480">
                <a:tc gridSpan="2">
                  <a:txBody>
                    <a:bodyPr/>
                    <a:lstStyle/>
                    <a:p>
                      <a:pPr>
                        <a:lnSpc>
                          <a:spcPct val="100000"/>
                        </a:lnSpc>
                      </a:pPr>
                      <a:r>
                        <a:rPr lang="en-US" sz="1400" b="1" strike="noStrike" spc="-1">
                          <a:solidFill>
                            <a:srgbClr val="FFC000"/>
                          </a:solidFill>
                          <a:latin typeface="Arial" panose="020B0604020202020204"/>
                        </a:rPr>
                        <a:t>How to change the column layout configuration</a:t>
                      </a:r>
                      <a:endParaRPr lang="en-US" sz="1400" b="0" strike="noStrike" spc="-1">
                        <a:latin typeface="Arial" panose="020B0604020202020204"/>
                      </a:endParaRPr>
                    </a:p>
                    <a:p>
                      <a:pPr>
                        <a:lnSpc>
                          <a:spcPct val="100000"/>
                        </a:lnSpc>
                      </a:pPr>
                      <a:r>
                        <a:rPr lang="en-US" sz="1200" b="0" strike="noStrike" spc="-1">
                          <a:solidFill>
                            <a:srgbClr val="D9D9D9"/>
                          </a:solidFill>
                          <a:latin typeface="Arial" panose="020B0604020202020204"/>
                        </a:rPr>
                        <a:t>You can manually change the configuration on the columns by going to VIEW &gt; SLIDE MASTER. You can delete columns, resize them or modify them as needed for your layout. </a:t>
                      </a:r>
                      <a:endParaRPr lang="en-US" sz="12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You can see a tutorial here: </a:t>
                      </a:r>
                      <a:r>
                        <a:rPr lang="en-US" sz="1200" b="0" u="sng" strike="noStrike" spc="-1">
                          <a:solidFill>
                            <a:srgbClr val="FFC000"/>
                          </a:solidFill>
                          <a:uFillTx/>
                          <a:latin typeface="Arial" panose="020B0604020202020204"/>
                        </a:rPr>
                        <a:t>https://www.posterpresentations.com/how-to-change-the-column-configuration.html</a:t>
                      </a: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00000"/>
                    </a:solidFill>
                  </a:tcPr>
                </a:tc>
                <a:tc hMerge="1">
                  <a:tcPr marL="90000" marR="90000">
                    <a:solidFill>
                      <a:srgbClr val="729FCF"/>
                    </a:solidFill>
                  </a:tcPr>
                </a:tc>
              </a:tr>
              <a:tr h="457560">
                <a:tc>
                  <a:txBody>
                    <a:bodyPr/>
                    <a:lstStyle/>
                    <a:p>
                      <a:endParaRPr lang="ar-SA"/>
                    </a:p>
                  </a:txBody>
                  <a:tcPr marL="182880">
                    <a:lnL w="12240">
                      <a:solidFill>
                        <a:srgbClr val="FFFFFF"/>
                      </a:solidFill>
                    </a:lnL>
                    <a:lnR w="12240">
                      <a:solidFill>
                        <a:srgbClr val="FFFFFF"/>
                      </a:solidFill>
                    </a:lnR>
                    <a:lnT w="12240">
                      <a:solidFill>
                        <a:srgbClr val="FFFFFF"/>
                      </a:solidFill>
                    </a:lnT>
                    <a:lnB w="12240">
                      <a:solidFill>
                        <a:srgbClr val="FFFFFF"/>
                      </a:solidFill>
                    </a:lnB>
                    <a:blipFill rotWithShape="0">
                      <a:blip r:embed="rId18"/>
                      <a:stretch>
                        <a:fillRect/>
                      </a:stretch>
                    </a:blipFill>
                  </a:tcPr>
                </a:tc>
                <a:tc rowSpan="2">
                  <a:txBody>
                    <a:bodyPr/>
                    <a:lstStyle/>
                    <a:p>
                      <a:pPr>
                        <a:lnSpc>
                          <a:spcPct val="100000"/>
                        </a:lnSpc>
                        <a:tabLst>
                          <a:tab pos="0" algn="l"/>
                        </a:tabLst>
                      </a:pPr>
                      <a:r>
                        <a:rPr lang="en-US" sz="1400" b="1" strike="noStrike" spc="-1">
                          <a:solidFill>
                            <a:srgbClr val="FFC000"/>
                          </a:solidFill>
                          <a:latin typeface="Arial" panose="020B0604020202020204"/>
                        </a:rPr>
                        <a:t>How to hide the QUICK START GUIDE bars from the sides of the template</a:t>
                      </a:r>
                      <a:endParaRPr lang="en-US" sz="14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The Quick Start Guides </a:t>
                      </a:r>
                      <a:r>
                        <a:rPr lang="en-US" sz="1200" b="0" u="sng" strike="noStrike" spc="-1">
                          <a:solidFill>
                            <a:srgbClr val="D9D9D9"/>
                          </a:solidFill>
                          <a:uFillTx/>
                          <a:latin typeface="Arial" panose="020B0604020202020204"/>
                        </a:rPr>
                        <a:t>are outside the template’s printable area</a:t>
                      </a:r>
                      <a:r>
                        <a:rPr lang="en-US" sz="1200" b="0" strike="noStrike" spc="-1">
                          <a:solidFill>
                            <a:srgbClr val="D9D9D9"/>
                          </a:solidFill>
                          <a:latin typeface="Arial" panose="020B0604020202020204"/>
                        </a:rPr>
                        <a:t> and they will not be on the printed poster. </a:t>
                      </a:r>
                      <a:endParaRPr lang="en-US" sz="1200" b="0" strike="noStrike" spc="-1">
                        <a:latin typeface="Arial" panose="020B0604020202020204"/>
                      </a:endParaRPr>
                    </a:p>
                    <a:p>
                      <a:pPr>
                        <a:lnSpc>
                          <a:spcPct val="100000"/>
                        </a:lnSpc>
                        <a:tabLst>
                          <a:tab pos="0" algn="l"/>
                        </a:tabLst>
                      </a:pPr>
                      <a:endParaRPr lang="en-US" sz="12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If you create a PDF file from your template, the guides will not be included.</a:t>
                      </a:r>
                      <a:endParaRPr lang="en-US" sz="1200" b="0" strike="noStrike" spc="-1">
                        <a:latin typeface="Arial" panose="020B0604020202020204"/>
                      </a:endParaRPr>
                    </a:p>
                    <a:p>
                      <a:pPr>
                        <a:lnSpc>
                          <a:spcPct val="100000"/>
                        </a:lnSpc>
                        <a:tabLst>
                          <a:tab pos="0" algn="l"/>
                        </a:tabLst>
                      </a:pPr>
                      <a:endParaRPr lang="en-US" sz="12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To hide the guides click on the </a:t>
                      </a:r>
                      <a:r>
                        <a:rPr lang="en-US" sz="1200" b="1" strike="noStrike" spc="-1">
                          <a:solidFill>
                            <a:srgbClr val="D9D9D9"/>
                          </a:solidFill>
                          <a:latin typeface="Arial" panose="020B0604020202020204"/>
                        </a:rPr>
                        <a:t>Home</a:t>
                      </a:r>
                      <a:r>
                        <a:rPr lang="en-US" sz="1200" b="0" strike="noStrike" spc="-1">
                          <a:solidFill>
                            <a:srgbClr val="D9D9D9"/>
                          </a:solidFill>
                          <a:latin typeface="Arial" panose="020B0604020202020204"/>
                        </a:rPr>
                        <a:t> tab (top of the screen) and then click on the </a:t>
                      </a:r>
                      <a:r>
                        <a:rPr lang="en-US" sz="1200" b="1" strike="noStrike" spc="-1">
                          <a:solidFill>
                            <a:srgbClr val="D9D9D9"/>
                          </a:solidFill>
                          <a:latin typeface="Arial" panose="020B0604020202020204"/>
                        </a:rPr>
                        <a:t>Layout</a:t>
                      </a:r>
                      <a:r>
                        <a:rPr lang="en-US" sz="1200" b="0" strike="noStrike" spc="-1">
                          <a:solidFill>
                            <a:srgbClr val="D9D9D9"/>
                          </a:solidFill>
                          <a:latin typeface="Arial" panose="020B0604020202020204"/>
                        </a:rPr>
                        <a:t> button below to see the available layouts. Choose the </a:t>
                      </a:r>
                      <a:r>
                        <a:rPr lang="en-US" sz="1200" b="1" strike="noStrike" spc="-1">
                          <a:solidFill>
                            <a:srgbClr val="D9D9D9"/>
                          </a:solidFill>
                          <a:latin typeface="Arial" panose="020B0604020202020204"/>
                        </a:rPr>
                        <a:t>Without Guides </a:t>
                      </a:r>
                      <a:r>
                        <a:rPr lang="en-US" sz="1200" b="0" strike="noStrike" spc="-1">
                          <a:solidFill>
                            <a:srgbClr val="D9D9D9"/>
                          </a:solidFill>
                          <a:latin typeface="Arial" panose="020B0604020202020204"/>
                        </a:rPr>
                        <a:t>layout.</a:t>
                      </a:r>
                      <a:endParaRPr lang="en-US" sz="1200" b="0" strike="noStrike" spc="-1">
                        <a:latin typeface="Arial" panose="020B0604020202020204"/>
                      </a:endParaRPr>
                    </a:p>
                    <a:p>
                      <a:pPr>
                        <a:lnSpc>
                          <a:spcPct val="100000"/>
                        </a:lnSpc>
                        <a:tabLst>
                          <a:tab pos="0" algn="l"/>
                        </a:tabLst>
                      </a:pP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r>
              <a:tr h="831600">
                <a:tc>
                  <a:txBody>
                    <a:bodyPr/>
                    <a:lstStyle/>
                    <a:p>
                      <a:endParaRPr lang="ar-SA"/>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c vMerge="1">
                  <a:tcPr marL="90000" marR="90000">
                    <a:solidFill>
                      <a:srgbClr val="729FCF"/>
                    </a:solidFill>
                  </a:tcPr>
                </a:tc>
              </a:tr>
              <a:tr h="1887120">
                <a:tc>
                  <a:txBody>
                    <a:bodyPr/>
                    <a:lstStyle/>
                    <a:p>
                      <a:pPr>
                        <a:lnSpc>
                          <a:spcPct val="100000"/>
                        </a:lnSpc>
                      </a:pPr>
                      <a:r>
                        <a:rPr lang="en-US" sz="1400" b="1" strike="noStrike" spc="-1">
                          <a:solidFill>
                            <a:srgbClr val="FFC000"/>
                          </a:solidFill>
                          <a:latin typeface="Arial" panose="020B0604020202020204"/>
                        </a:rPr>
                        <a:t>How to preview your poster prior to printing</a:t>
                      </a:r>
                      <a:endParaRPr lang="en-US" sz="1400" b="0" strike="noStrike" spc="-1">
                        <a:latin typeface="Arial" panose="020B0604020202020204"/>
                      </a:endParaRPr>
                    </a:p>
                    <a:p>
                      <a:pPr>
                        <a:lnSpc>
                          <a:spcPct val="100000"/>
                        </a:lnSpc>
                      </a:pPr>
                      <a:r>
                        <a:rPr lang="en-US" sz="1200" b="0" strike="noStrike" spc="-1">
                          <a:solidFill>
                            <a:srgbClr val="D9D9D9"/>
                          </a:solidFill>
                          <a:latin typeface="Arial" panose="020B0604020202020204"/>
                        </a:rPr>
                        <a:t>You can preview your poster at any time by pressing the </a:t>
                      </a:r>
                      <a:r>
                        <a:rPr lang="en-US" sz="1200" b="0" strike="noStrike" spc="-1">
                          <a:solidFill>
                            <a:srgbClr val="FFC000"/>
                          </a:solidFill>
                          <a:latin typeface="Arial" panose="020B0604020202020204"/>
                        </a:rPr>
                        <a:t>F5 key</a:t>
                      </a:r>
                      <a:r>
                        <a:rPr lang="en-US" sz="1200" b="0" strike="noStrike" spc="-1">
                          <a:solidFill>
                            <a:srgbClr val="D9D9D9"/>
                          </a:solidFill>
                          <a:latin typeface="Arial" panose="020B0604020202020204"/>
                        </a:rPr>
                        <a:t> on your keyboard. You will see on the screen what's on your poster and how it should look when printed. Press the </a:t>
                      </a:r>
                      <a:r>
                        <a:rPr lang="en-US" sz="1200" b="0" strike="noStrike" spc="-1">
                          <a:solidFill>
                            <a:srgbClr val="FFC000"/>
                          </a:solidFill>
                          <a:latin typeface="Arial" panose="020B0604020202020204"/>
                        </a:rPr>
                        <a:t>ESC key </a:t>
                      </a:r>
                      <a:r>
                        <a:rPr lang="en-US" sz="1200" b="0" strike="noStrike" spc="-1">
                          <a:solidFill>
                            <a:srgbClr val="D9D9D9"/>
                          </a:solidFill>
                          <a:latin typeface="Arial" panose="020B0604020202020204"/>
                        </a:rPr>
                        <a:t>to exit Preview.</a:t>
                      </a: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c>
                  <a:txBody>
                    <a:bodyPr/>
                    <a:lstStyle/>
                    <a:p>
                      <a:pPr algn="ctr">
                        <a:lnSpc>
                          <a:spcPct val="100000"/>
                        </a:lnSpc>
                      </a:pPr>
                      <a:r>
                        <a:rPr lang="en-US" sz="6600" b="1" strike="noStrike" spc="-1">
                          <a:solidFill>
                            <a:srgbClr val="D9D9D9"/>
                          </a:solidFill>
                          <a:latin typeface="Arial" panose="020B0604020202020204"/>
                        </a:rPr>
                        <a:t>F5</a:t>
                      </a:r>
                      <a:r>
                        <a:rPr lang="en-US" sz="1200" b="0" strike="noStrike" spc="-1">
                          <a:solidFill>
                            <a:srgbClr val="D9D9D9"/>
                          </a:solidFill>
                          <a:latin typeface="Arial" panose="020B0604020202020204"/>
                        </a:rPr>
                        <a:t> </a:t>
                      </a: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D0D0D"/>
                    </a:solidFill>
                  </a:tcPr>
                </a:tc>
              </a:tr>
              <a:tr h="2404080">
                <a:tc gridSpan="2">
                  <a:txBody>
                    <a:bodyPr/>
                    <a:lstStyle/>
                    <a:p>
                      <a:pPr>
                        <a:lnSpc>
                          <a:spcPct val="100000"/>
                        </a:lnSpc>
                        <a:tabLst>
                          <a:tab pos="0" algn="l"/>
                        </a:tabLst>
                      </a:pPr>
                      <a:r>
                        <a:rPr lang="en-US" sz="1400" b="1" strike="noStrike" spc="-1">
                          <a:solidFill>
                            <a:srgbClr val="FFC000"/>
                          </a:solidFill>
                          <a:latin typeface="Arial" panose="020B0604020202020204"/>
                        </a:rPr>
                        <a:t>How to print your poster</a:t>
                      </a:r>
                      <a:endParaRPr lang="en-US" sz="14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When you are ready to have your poster printed go online to </a:t>
                      </a:r>
                      <a:r>
                        <a:rPr lang="en-US" sz="1200" b="0" strike="noStrike" spc="-1">
                          <a:solidFill>
                            <a:srgbClr val="FFC000"/>
                          </a:solidFill>
                          <a:latin typeface="Arial" panose="020B0604020202020204"/>
                        </a:rPr>
                        <a:t>PosterPresentations.com</a:t>
                      </a:r>
                      <a:r>
                        <a:rPr lang="en-US" sz="1200" b="0" strike="noStrike" spc="-1">
                          <a:solidFill>
                            <a:srgbClr val="D9D9D9"/>
                          </a:solidFill>
                          <a:latin typeface="Arial" panose="020B0604020202020204"/>
                        </a:rPr>
                        <a:t> and click on the "</a:t>
                      </a:r>
                      <a:r>
                        <a:rPr lang="en-US" sz="1200" b="0" strike="noStrike" spc="-1">
                          <a:solidFill>
                            <a:srgbClr val="FFC000"/>
                          </a:solidFill>
                          <a:latin typeface="Arial" panose="020B0604020202020204"/>
                        </a:rPr>
                        <a:t>Order Your Poster</a:t>
                      </a:r>
                      <a:r>
                        <a:rPr lang="en-US" sz="1200" b="0" strike="noStrike" spc="-1">
                          <a:solidFill>
                            <a:srgbClr val="D9D9D9"/>
                          </a:solidFill>
                          <a:latin typeface="Arial" panose="020B0604020202020204"/>
                        </a:rPr>
                        <a:t>" button. You can have your poster printed on professional papers, fabric for easy traveling and a variety of other materials. </a:t>
                      </a:r>
                      <a:endParaRPr lang="en-US" sz="1200" b="0" strike="noStrike" spc="-1">
                        <a:latin typeface="Arial" panose="020B0604020202020204"/>
                      </a:endParaRPr>
                    </a:p>
                    <a:p>
                      <a:pPr>
                        <a:lnSpc>
                          <a:spcPct val="100000"/>
                        </a:lnSpc>
                        <a:tabLst>
                          <a:tab pos="0" algn="l"/>
                        </a:tabLst>
                      </a:pPr>
                      <a:r>
                        <a:rPr lang="en-US" sz="1200" b="0" strike="noStrike" spc="-1">
                          <a:solidFill>
                            <a:srgbClr val="D9D9D9"/>
                          </a:solidFill>
                          <a:latin typeface="Arial" panose="020B0604020202020204"/>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lang="en-US" sz="1200" b="0" strike="noStrike" spc="-1">
                        <a:latin typeface="Arial" panose="020B0604020202020204"/>
                      </a:endParaRPr>
                    </a:p>
                    <a:p>
                      <a:pPr>
                        <a:lnSpc>
                          <a:spcPct val="100000"/>
                        </a:lnSpc>
                        <a:tabLst>
                          <a:tab pos="0" algn="l"/>
                        </a:tabLst>
                      </a:pPr>
                      <a:br/>
                      <a:r>
                        <a:rPr lang="en-US" sz="1200" b="0" strike="noStrike" spc="-1">
                          <a:solidFill>
                            <a:srgbClr val="D9D9D9"/>
                          </a:solidFill>
                          <a:latin typeface="Arial" panose="020B0604020202020204"/>
                        </a:rPr>
                        <a:t>Go to </a:t>
                      </a:r>
                      <a:r>
                        <a:rPr lang="en-US" sz="1200" b="0" strike="noStrike" spc="-1">
                          <a:solidFill>
                            <a:srgbClr val="FFC000"/>
                          </a:solidFill>
                          <a:latin typeface="Arial" panose="020B0604020202020204"/>
                        </a:rPr>
                        <a:t>PosterPresentations.com</a:t>
                      </a:r>
                      <a:r>
                        <a:rPr lang="en-US" sz="1200" b="0" strike="noStrike" spc="-1">
                          <a:solidFill>
                            <a:srgbClr val="D9D9D9"/>
                          </a:solidFill>
                          <a:latin typeface="Arial" panose="020B0604020202020204"/>
                        </a:rPr>
                        <a:t> for more information.</a:t>
                      </a:r>
                      <a:endParaRPr lang="en-US" sz="12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c hMerge="1">
                  <a:tcPr marL="90000" marR="90000">
                    <a:solidFill>
                      <a:srgbClr val="729FCF"/>
                    </a:solidFill>
                  </a:tcPr>
                </a:tc>
              </a:tr>
              <a:tr h="457560">
                <a:tc gridSpan="2">
                  <a:txBody>
                    <a:bodyPr/>
                    <a:lstStyle/>
                    <a:p>
                      <a:endParaRPr lang="ar-SA"/>
                    </a:p>
                  </a:txBody>
                  <a:tcPr marL="182880">
                    <a:lnL w="12240">
                      <a:solidFill>
                        <a:srgbClr val="FFFFFF"/>
                      </a:solidFill>
                    </a:lnL>
                    <a:lnR w="12240">
                      <a:solidFill>
                        <a:srgbClr val="FFFFFF"/>
                      </a:solidFill>
                    </a:lnR>
                    <a:lnT w="12240">
                      <a:solidFill>
                        <a:srgbClr val="FFFFFF"/>
                      </a:solidFill>
                    </a:lnT>
                    <a:lnB w="12240">
                      <a:solidFill>
                        <a:srgbClr val="FFFFFF"/>
                      </a:solidFill>
                    </a:lnB>
                    <a:blipFill rotWithShape="0">
                      <a:blip r:embed="rId19"/>
                      <a:stretch>
                        <a:fillRect/>
                      </a:stretch>
                    </a:blipFill>
                  </a:tcPr>
                </a:tc>
                <a:tc hMerge="1">
                  <a:tcPr marL="90000" marR="90000">
                    <a:solidFill>
                      <a:srgbClr val="729FCF"/>
                    </a:solidFill>
                  </a:tcPr>
                </a:tc>
              </a:tr>
              <a:tr h="1173600">
                <a:tc>
                  <a:txBody>
                    <a:bodyPr/>
                    <a:lstStyle/>
                    <a:p>
                      <a:pPr>
                        <a:lnSpc>
                          <a:spcPts val="2600"/>
                        </a:lnSpc>
                      </a:pPr>
                      <a:r>
                        <a:rPr lang="en-US" sz="1100" b="0" strike="noStrike" spc="-1">
                          <a:solidFill>
                            <a:srgbClr val="D9D9D9"/>
                          </a:solidFill>
                          <a:latin typeface="Arial" panose="020B0604020202020204"/>
                        </a:rPr>
                        <a:t>© 2022 PosterPresentations.com</a:t>
                      </a:r>
                      <a:br>
                        <a:rPr lang="en-US" sz="1100" b="0" strike="noStrike" spc="-1">
                          <a:solidFill>
                            <a:srgbClr val="D9D9D9"/>
                          </a:solidFill>
                          <a:latin typeface="Arial" panose="020B0604020202020204"/>
                        </a:rPr>
                      </a:br>
                      <a:r>
                        <a:rPr lang="en-US" sz="1100" b="0" strike="noStrike" spc="-1">
                          <a:solidFill>
                            <a:srgbClr val="D9D9D9"/>
                          </a:solidFill>
                          <a:latin typeface="Arial" panose="020B0604020202020204"/>
                        </a:rPr>
                        <a:t>2117 Fourth Street , STE C        </a:t>
                      </a:r>
                      <a:endParaRPr lang="en-US" sz="1100" b="0" strike="noStrike" spc="-1">
                        <a:latin typeface="Arial" panose="020B0604020202020204"/>
                      </a:endParaRPr>
                    </a:p>
                    <a:p>
                      <a:pPr>
                        <a:lnSpc>
                          <a:spcPts val="2600"/>
                        </a:lnSpc>
                      </a:pPr>
                      <a:r>
                        <a:rPr lang="en-US" sz="1100" b="0" strike="noStrike" spc="-1">
                          <a:solidFill>
                            <a:srgbClr val="D9D9D9"/>
                          </a:solidFill>
                          <a:latin typeface="Arial" panose="020B0604020202020204"/>
                        </a:rPr>
                        <a:t>Berkeley CA 94710 USA</a:t>
                      </a:r>
                      <a:endParaRPr lang="en-US" sz="110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c>
                  <a:txBody>
                    <a:bodyPr/>
                    <a:lstStyle/>
                    <a:p>
                      <a:pPr>
                        <a:lnSpc>
                          <a:spcPct val="100000"/>
                        </a:lnSpc>
                        <a:tabLst>
                          <a:tab pos="0" algn="l"/>
                        </a:tabLst>
                      </a:pPr>
                      <a:r>
                        <a:rPr lang="en-US" sz="1200" b="1" strike="noStrike" spc="-1">
                          <a:solidFill>
                            <a:srgbClr val="D0D0D0"/>
                          </a:solidFill>
                          <a:latin typeface="Arial" panose="020B0604020202020204"/>
                        </a:rPr>
                        <a:t>For complete tutorials visit:</a:t>
                      </a:r>
                      <a:endParaRPr lang="en-US" sz="1200" b="0" strike="noStrike" spc="-1">
                        <a:latin typeface="Arial" panose="020B0604020202020204"/>
                      </a:endParaRPr>
                    </a:p>
                    <a:p>
                      <a:pPr>
                        <a:lnSpc>
                          <a:spcPct val="100000"/>
                        </a:lnSpc>
                        <a:tabLst>
                          <a:tab pos="0" algn="l"/>
                        </a:tabLst>
                      </a:pPr>
                      <a:r>
                        <a:rPr lang="en-US" sz="1050" b="1" strike="noStrike" spc="-1">
                          <a:solidFill>
                            <a:srgbClr val="FFC000"/>
                          </a:solidFill>
                          <a:latin typeface="Arial" panose="020B0604020202020204"/>
                        </a:rPr>
                        <a:t>https://www.posterpresentations.com/helpdesk.html</a:t>
                      </a:r>
                      <a:endParaRPr lang="en-US" sz="1050" b="0" strike="noStrike" spc="-1">
                        <a:latin typeface="Arial" panose="020B0604020202020204"/>
                      </a:endParaRPr>
                    </a:p>
                  </a:txBody>
                  <a:tcPr marL="182880">
                    <a:lnL w="12240">
                      <a:solidFill>
                        <a:srgbClr val="FFFFFF"/>
                      </a:solidFill>
                    </a:lnL>
                    <a:lnR w="12240">
                      <a:solidFill>
                        <a:srgbClr val="FFFFFF"/>
                      </a:solidFill>
                    </a:lnR>
                    <a:lnT w="12240">
                      <a:solidFill>
                        <a:srgbClr val="FFFFFF"/>
                      </a:solidFill>
                    </a:lnT>
                    <a:lnB w="12240">
                      <a:solidFill>
                        <a:srgbClr val="FFFFFF"/>
                      </a:solidFill>
                    </a:lnB>
                    <a:solidFill>
                      <a:srgbClr val="010101"/>
                    </a:solidFill>
                  </a:tcPr>
                </a:tc>
              </a:tr>
            </a:tbl>
          </a:graphicData>
        </a:graphic>
      </p:graphicFrame>
      <p:grpSp>
        <p:nvGrpSpPr>
          <p:cNvPr id="4" name="Group 5"/>
          <p:cNvGrpSpPr/>
          <p:nvPr/>
        </p:nvGrpSpPr>
        <p:grpSpPr>
          <a:xfrm>
            <a:off x="360" y="360"/>
            <a:ext cx="21383640" cy="2371320"/>
            <a:chOff x="360" y="360"/>
            <a:chExt cx="21383640" cy="2371320"/>
          </a:xfrm>
        </p:grpSpPr>
        <p:sp>
          <p:nvSpPr>
            <p:cNvPr id="5" name="CustomShape 6"/>
            <p:cNvSpPr/>
            <p:nvPr/>
          </p:nvSpPr>
          <p:spPr>
            <a:xfrm>
              <a:off x="360" y="173520"/>
              <a:ext cx="21383640" cy="2198160"/>
            </a:xfrm>
            <a:prstGeom prst="flowChartDocument">
              <a:avLst/>
            </a:prstGeom>
            <a:gradFill rotWithShape="0">
              <a:gsLst>
                <a:gs pos="0">
                  <a:srgbClr val="C00000"/>
                </a:gs>
                <a:gs pos="100000">
                  <a:srgbClr val="FFC000"/>
                </a:gs>
              </a:gsLst>
              <a:lin ang="0"/>
            </a:gradFill>
            <a:ln>
              <a:noFill/>
            </a:ln>
          </p:spPr>
          <p:style>
            <a:lnRef idx="2">
              <a:schemeClr val="accent1">
                <a:shade val="50000"/>
              </a:schemeClr>
            </a:lnRef>
            <a:fillRef idx="1">
              <a:schemeClr val="accent1"/>
            </a:fillRef>
            <a:effectRef idx="0">
              <a:schemeClr val="accent1"/>
            </a:effectRef>
            <a:fontRef idx="minor"/>
          </p:style>
        </p:sp>
        <p:sp>
          <p:nvSpPr>
            <p:cNvPr id="6" name="CustomShape 7"/>
            <p:cNvSpPr/>
            <p:nvPr/>
          </p:nvSpPr>
          <p:spPr>
            <a:xfrm>
              <a:off x="360" y="360"/>
              <a:ext cx="21383640" cy="2198160"/>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p:style>
        </p:sp>
      </p:grpSp>
      <p:sp>
        <p:nvSpPr>
          <p:cNvPr id="7" name="PlaceHolder 8"/>
          <p:cNvSpPr>
            <a:spLocks noGrp="1"/>
          </p:cNvSpPr>
          <p:nvPr>
            <p:ph type="body"/>
          </p:nvPr>
        </p:nvSpPr>
        <p:spPr>
          <a:xfrm>
            <a:off x="440280" y="2979720"/>
            <a:ext cx="4899600" cy="8975160"/>
          </a:xfrm>
          <a:prstGeom prst="rect">
            <a:avLst/>
          </a:prstGeom>
        </p:spPr>
        <p:txBody>
          <a:bodyPr lIns="130680" tIns="130680" rIns="130680" bIns="130680">
            <a:noAutofit/>
          </a:bodyPr>
          <a:lstStyle/>
          <a:p>
            <a:pPr>
              <a:lnSpc>
                <a:spcPct val="100000"/>
              </a:lnSpc>
              <a:spcBef>
                <a:spcPts val="240"/>
              </a:spcBef>
              <a:tabLst>
                <a:tab pos="0" algn="l"/>
              </a:tabLst>
            </a:pPr>
            <a:r>
              <a:rPr lang="en-US" sz="1200" b="0" strike="noStrike" spc="-1">
                <a:solidFill>
                  <a:srgbClr val="203864"/>
                </a:solidFill>
                <a:latin typeface="Century Gothic" panose="020B0502020202020204"/>
              </a:rPr>
              <a:t>Type in or paste your text here</a:t>
            </a:r>
            <a:endParaRPr lang="en-US" sz="1200" b="0" strike="noStrike" spc="-1">
              <a:solidFill>
                <a:srgbClr val="000000"/>
              </a:solidFill>
              <a:latin typeface="Calibri" panose="020F0502020204030204"/>
            </a:endParaRPr>
          </a:p>
        </p:txBody>
      </p:sp>
      <p:sp>
        <p:nvSpPr>
          <p:cNvPr id="8" name="PlaceHolder 9"/>
          <p:cNvSpPr>
            <a:spLocks noGrp="1"/>
          </p:cNvSpPr>
          <p:nvPr>
            <p:ph type="body"/>
          </p:nvPr>
        </p:nvSpPr>
        <p:spPr>
          <a:xfrm>
            <a:off x="440280" y="2647800"/>
            <a:ext cx="4895640" cy="8851680"/>
          </a:xfrm>
          <a:prstGeom prst="rect">
            <a:avLst/>
          </a:prstGeom>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(click to edit) INTRODUCTION or ABSTRACT</a:t>
            </a:r>
            <a:endParaRPr lang="en-US" sz="1600" b="0" strike="noStrike" spc="-1">
              <a:solidFill>
                <a:srgbClr val="000000"/>
              </a:solidFill>
              <a:latin typeface="Calibri" panose="020F0502020204030204"/>
            </a:endParaRPr>
          </a:p>
        </p:txBody>
      </p:sp>
      <p:sp>
        <p:nvSpPr>
          <p:cNvPr id="9" name="PlaceHolder 10"/>
          <p:cNvSpPr>
            <a:spLocks noGrp="1"/>
          </p:cNvSpPr>
          <p:nvPr>
            <p:ph type="body"/>
          </p:nvPr>
        </p:nvSpPr>
        <p:spPr>
          <a:xfrm>
            <a:off x="440280" y="6558120"/>
            <a:ext cx="4896360" cy="8851680"/>
          </a:xfrm>
          <a:prstGeom prst="rect">
            <a:avLst/>
          </a:prstGeom>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(click to edit)  OBJECTIVES</a:t>
            </a:r>
            <a:endParaRPr lang="en-US" sz="1600" b="0" strike="noStrike" spc="-1">
              <a:solidFill>
                <a:srgbClr val="000000"/>
              </a:solidFill>
              <a:latin typeface="Calibri" panose="020F0502020204030204"/>
            </a:endParaRPr>
          </a:p>
        </p:txBody>
      </p:sp>
      <p:sp>
        <p:nvSpPr>
          <p:cNvPr id="10" name="PlaceHolder 11"/>
          <p:cNvSpPr>
            <a:spLocks noGrp="1"/>
          </p:cNvSpPr>
          <p:nvPr>
            <p:ph type="body"/>
          </p:nvPr>
        </p:nvSpPr>
        <p:spPr>
          <a:xfrm>
            <a:off x="5645160" y="2957040"/>
            <a:ext cx="4895640" cy="8975160"/>
          </a:xfrm>
          <a:prstGeom prst="rect">
            <a:avLst/>
          </a:prstGeom>
        </p:spPr>
        <p:txBody>
          <a:bodyPr lIns="130680" tIns="130680" rIns="130680" bIns="130680">
            <a:noAutofit/>
          </a:bodyPr>
          <a:lstStyle/>
          <a:p>
            <a:pPr>
              <a:lnSpc>
                <a:spcPct val="100000"/>
              </a:lnSpc>
              <a:spcBef>
                <a:spcPts val="240"/>
              </a:spcBef>
              <a:tabLst>
                <a:tab pos="0" algn="l"/>
              </a:tabLst>
            </a:pPr>
            <a:r>
              <a:rPr lang="en-US" sz="1200" b="0" strike="noStrike" spc="-1">
                <a:solidFill>
                  <a:srgbClr val="203864"/>
                </a:solidFill>
                <a:latin typeface="Century Gothic" panose="020B0502020202020204"/>
              </a:rPr>
              <a:t>Type in or paste your text here</a:t>
            </a:r>
            <a:endParaRPr lang="en-US" sz="1200" b="0" strike="noStrike" spc="-1">
              <a:solidFill>
                <a:srgbClr val="000000"/>
              </a:solidFill>
              <a:latin typeface="Calibri" panose="020F0502020204030204"/>
            </a:endParaRPr>
          </a:p>
        </p:txBody>
      </p:sp>
      <p:sp>
        <p:nvSpPr>
          <p:cNvPr id="11" name="PlaceHolder 12"/>
          <p:cNvSpPr>
            <a:spLocks noGrp="1"/>
          </p:cNvSpPr>
          <p:nvPr>
            <p:ph type="body"/>
          </p:nvPr>
        </p:nvSpPr>
        <p:spPr>
          <a:xfrm>
            <a:off x="5637960" y="2647800"/>
            <a:ext cx="4895640" cy="8851680"/>
          </a:xfrm>
          <a:prstGeom prst="rect">
            <a:avLst/>
          </a:prstGeom>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(click to edit)  MATERIALS &amp; METHODS</a:t>
            </a:r>
            <a:endParaRPr lang="en-US" sz="1600" b="0" strike="noStrike" spc="-1">
              <a:solidFill>
                <a:srgbClr val="000000"/>
              </a:solidFill>
              <a:latin typeface="Calibri" panose="020F0502020204030204"/>
            </a:endParaRPr>
          </a:p>
        </p:txBody>
      </p:sp>
      <p:sp>
        <p:nvSpPr>
          <p:cNvPr id="12" name="PlaceHolder 13"/>
          <p:cNvSpPr>
            <a:spLocks noGrp="1"/>
          </p:cNvSpPr>
          <p:nvPr>
            <p:ph type="body"/>
          </p:nvPr>
        </p:nvSpPr>
        <p:spPr>
          <a:xfrm>
            <a:off x="10844280" y="2960640"/>
            <a:ext cx="4895640" cy="8975160"/>
          </a:xfrm>
          <a:prstGeom prst="rect">
            <a:avLst/>
          </a:prstGeom>
        </p:spPr>
        <p:txBody>
          <a:bodyPr lIns="130680" tIns="130680" rIns="130680" bIns="130680">
            <a:noAutofit/>
          </a:bodyPr>
          <a:lstStyle/>
          <a:p>
            <a:pPr>
              <a:lnSpc>
                <a:spcPct val="100000"/>
              </a:lnSpc>
              <a:spcBef>
                <a:spcPts val="240"/>
              </a:spcBef>
              <a:tabLst>
                <a:tab pos="0" algn="l"/>
              </a:tabLst>
            </a:pPr>
            <a:r>
              <a:rPr lang="en-US" sz="1200" b="0" strike="noStrike" spc="-1">
                <a:solidFill>
                  <a:srgbClr val="203864"/>
                </a:solidFill>
                <a:latin typeface="Century Gothic" panose="020B0502020202020204"/>
              </a:rPr>
              <a:t>Type in or paste your text here</a:t>
            </a:r>
            <a:endParaRPr lang="en-US" sz="1200" b="0" strike="noStrike" spc="-1">
              <a:solidFill>
                <a:srgbClr val="000000"/>
              </a:solidFill>
              <a:latin typeface="Calibri" panose="020F0502020204030204"/>
            </a:endParaRPr>
          </a:p>
        </p:txBody>
      </p:sp>
      <p:sp>
        <p:nvSpPr>
          <p:cNvPr id="13" name="PlaceHolder 14"/>
          <p:cNvSpPr>
            <a:spLocks noGrp="1"/>
          </p:cNvSpPr>
          <p:nvPr>
            <p:ph type="body"/>
          </p:nvPr>
        </p:nvSpPr>
        <p:spPr>
          <a:xfrm>
            <a:off x="10835640" y="2647800"/>
            <a:ext cx="4900320" cy="8851680"/>
          </a:xfrm>
          <a:prstGeom prst="rect">
            <a:avLst/>
          </a:prstGeom>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(click to edit)  RESULTS</a:t>
            </a:r>
            <a:endParaRPr lang="en-US" sz="1600" b="0" strike="noStrike" spc="-1">
              <a:solidFill>
                <a:srgbClr val="000000"/>
              </a:solidFill>
              <a:latin typeface="Calibri" panose="020F0502020204030204"/>
            </a:endParaRPr>
          </a:p>
        </p:txBody>
      </p:sp>
      <p:sp>
        <p:nvSpPr>
          <p:cNvPr id="14" name="PlaceHolder 15"/>
          <p:cNvSpPr>
            <a:spLocks noGrp="1"/>
          </p:cNvSpPr>
          <p:nvPr>
            <p:ph type="body"/>
          </p:nvPr>
        </p:nvSpPr>
        <p:spPr>
          <a:xfrm>
            <a:off x="16038000" y="2647800"/>
            <a:ext cx="4894920" cy="8851680"/>
          </a:xfrm>
          <a:prstGeom prst="rect">
            <a:avLst/>
          </a:prstGeom>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(click to edit)  CONCLUSIONS</a:t>
            </a:r>
            <a:endParaRPr lang="en-US" sz="1600" b="0" strike="noStrike" spc="-1">
              <a:solidFill>
                <a:srgbClr val="000000"/>
              </a:solidFill>
              <a:latin typeface="Calibri" panose="020F0502020204030204"/>
            </a:endParaRPr>
          </a:p>
        </p:txBody>
      </p:sp>
      <p:sp>
        <p:nvSpPr>
          <p:cNvPr id="15" name="PlaceHolder 16"/>
          <p:cNvSpPr>
            <a:spLocks noGrp="1"/>
          </p:cNvSpPr>
          <p:nvPr>
            <p:ph type="body"/>
          </p:nvPr>
        </p:nvSpPr>
        <p:spPr>
          <a:xfrm>
            <a:off x="16038000" y="2960640"/>
            <a:ext cx="4894920" cy="8975160"/>
          </a:xfrm>
          <a:prstGeom prst="rect">
            <a:avLst/>
          </a:prstGeom>
        </p:spPr>
        <p:txBody>
          <a:bodyPr lIns="130680" tIns="130680" rIns="130680" bIns="130680">
            <a:noAutofit/>
          </a:bodyPr>
          <a:lstStyle/>
          <a:p>
            <a:pPr>
              <a:lnSpc>
                <a:spcPct val="100000"/>
              </a:lnSpc>
              <a:spcBef>
                <a:spcPts val="240"/>
              </a:spcBef>
              <a:tabLst>
                <a:tab pos="0" algn="l"/>
              </a:tabLst>
            </a:pPr>
            <a:r>
              <a:rPr lang="en-US" sz="1200" b="0" strike="noStrike" spc="-1">
                <a:solidFill>
                  <a:srgbClr val="203864"/>
                </a:solidFill>
                <a:latin typeface="Century Gothic" panose="020B0502020202020204"/>
              </a:rPr>
              <a:t>Type in or paste your text here</a:t>
            </a:r>
            <a:endParaRPr lang="en-US" sz="1200" b="0" strike="noStrike" spc="-1">
              <a:solidFill>
                <a:srgbClr val="000000"/>
              </a:solidFill>
              <a:latin typeface="Calibri" panose="020F0502020204030204"/>
            </a:endParaRPr>
          </a:p>
        </p:txBody>
      </p:sp>
      <p:sp>
        <p:nvSpPr>
          <p:cNvPr id="16" name="PlaceHolder 17"/>
          <p:cNvSpPr>
            <a:spLocks noGrp="1"/>
          </p:cNvSpPr>
          <p:nvPr>
            <p:ph type="body"/>
          </p:nvPr>
        </p:nvSpPr>
        <p:spPr>
          <a:xfrm>
            <a:off x="16038000" y="6585840"/>
            <a:ext cx="4894920" cy="8851680"/>
          </a:xfrm>
          <a:prstGeom prst="rect">
            <a:avLst/>
          </a:prstGeom>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(click to edit)  REFERENCES</a:t>
            </a:r>
            <a:endParaRPr lang="en-US" sz="1600" b="0" strike="noStrike" spc="-1">
              <a:solidFill>
                <a:srgbClr val="000000"/>
              </a:solidFill>
              <a:latin typeface="Calibri" panose="020F0502020204030204"/>
            </a:endParaRPr>
          </a:p>
        </p:txBody>
      </p:sp>
      <p:sp>
        <p:nvSpPr>
          <p:cNvPr id="17" name="PlaceHolder 18"/>
          <p:cNvSpPr>
            <a:spLocks noGrp="1"/>
          </p:cNvSpPr>
          <p:nvPr>
            <p:ph type="body"/>
          </p:nvPr>
        </p:nvSpPr>
        <p:spPr>
          <a:xfrm>
            <a:off x="16038000" y="6894720"/>
            <a:ext cx="4897080" cy="8975160"/>
          </a:xfrm>
          <a:prstGeom prst="rect">
            <a:avLst/>
          </a:prstGeom>
        </p:spPr>
        <p:txBody>
          <a:bodyPr lIns="130680" tIns="130680" rIns="130680" bIns="130680">
            <a:noAutofit/>
          </a:bodyPr>
          <a:lstStyle/>
          <a:p>
            <a:pPr>
              <a:lnSpc>
                <a:spcPct val="100000"/>
              </a:lnSpc>
              <a:spcBef>
                <a:spcPts val="240"/>
              </a:spcBef>
              <a:tabLst>
                <a:tab pos="0" algn="l"/>
              </a:tabLst>
            </a:pPr>
            <a:r>
              <a:rPr lang="en-US" sz="1200" b="0" strike="noStrike" spc="-1">
                <a:solidFill>
                  <a:srgbClr val="203864"/>
                </a:solidFill>
                <a:latin typeface="Century Gothic" panose="020B0502020202020204"/>
              </a:rPr>
              <a:t>Type in or paste your text here</a:t>
            </a:r>
            <a:endParaRPr lang="en-US" sz="1200" b="0" strike="noStrike" spc="-1">
              <a:solidFill>
                <a:srgbClr val="000000"/>
              </a:solidFill>
              <a:latin typeface="Calibri" panose="020F0502020204030204"/>
            </a:endParaRPr>
          </a:p>
        </p:txBody>
      </p:sp>
      <p:sp>
        <p:nvSpPr>
          <p:cNvPr id="18" name="PlaceHolder 19"/>
          <p:cNvSpPr>
            <a:spLocks noGrp="1"/>
          </p:cNvSpPr>
          <p:nvPr>
            <p:ph type="body"/>
          </p:nvPr>
        </p:nvSpPr>
        <p:spPr>
          <a:xfrm>
            <a:off x="16038000" y="11825280"/>
            <a:ext cx="4894920" cy="8851680"/>
          </a:xfrm>
          <a:prstGeom prst="rect">
            <a:avLst/>
          </a:prstGeom>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(click to edit)  ACKNOWLEDGEMENTS</a:t>
            </a:r>
            <a:endParaRPr lang="en-US" sz="1600" b="0" strike="noStrike" spc="-1">
              <a:solidFill>
                <a:srgbClr val="000000"/>
              </a:solidFill>
              <a:latin typeface="Calibri" panose="020F0502020204030204"/>
            </a:endParaRPr>
          </a:p>
        </p:txBody>
      </p:sp>
      <p:sp>
        <p:nvSpPr>
          <p:cNvPr id="19" name="PlaceHolder 20"/>
          <p:cNvSpPr>
            <a:spLocks noGrp="1"/>
          </p:cNvSpPr>
          <p:nvPr>
            <p:ph type="body"/>
          </p:nvPr>
        </p:nvSpPr>
        <p:spPr>
          <a:xfrm>
            <a:off x="16038000" y="12134160"/>
            <a:ext cx="4897080" cy="8975160"/>
          </a:xfrm>
          <a:prstGeom prst="rect">
            <a:avLst/>
          </a:prstGeom>
        </p:spPr>
        <p:txBody>
          <a:bodyPr lIns="130680" tIns="130680" rIns="130680" bIns="130680">
            <a:noAutofit/>
          </a:bodyPr>
          <a:lstStyle/>
          <a:p>
            <a:pPr>
              <a:lnSpc>
                <a:spcPct val="100000"/>
              </a:lnSpc>
              <a:spcBef>
                <a:spcPts val="240"/>
              </a:spcBef>
              <a:tabLst>
                <a:tab pos="0" algn="l"/>
              </a:tabLst>
            </a:pPr>
            <a:r>
              <a:rPr lang="en-US" sz="1200" b="0" strike="noStrike" spc="-1">
                <a:solidFill>
                  <a:srgbClr val="203864"/>
                </a:solidFill>
                <a:latin typeface="Century Gothic" panose="020B0502020202020204"/>
              </a:rPr>
              <a:t>Type in or paste your text here</a:t>
            </a:r>
            <a:endParaRPr lang="en-US" sz="1200" b="0" strike="noStrike" spc="-1">
              <a:solidFill>
                <a:srgbClr val="000000"/>
              </a:solidFill>
              <a:latin typeface="Calibri" panose="020F0502020204030204"/>
            </a:endParaRPr>
          </a:p>
        </p:txBody>
      </p:sp>
      <p:sp>
        <p:nvSpPr>
          <p:cNvPr id="20" name="PlaceHolder 21"/>
          <p:cNvSpPr>
            <a:spLocks noGrp="1"/>
          </p:cNvSpPr>
          <p:nvPr>
            <p:ph type="body"/>
          </p:nvPr>
        </p:nvSpPr>
        <p:spPr>
          <a:xfrm>
            <a:off x="440280" y="6867360"/>
            <a:ext cx="4899600" cy="8975160"/>
          </a:xfrm>
          <a:prstGeom prst="rect">
            <a:avLst/>
          </a:prstGeom>
        </p:spPr>
        <p:txBody>
          <a:bodyPr lIns="130680" tIns="130680" rIns="130680" bIns="130680">
            <a:noAutofit/>
          </a:bodyPr>
          <a:lstStyle/>
          <a:p>
            <a:pPr>
              <a:lnSpc>
                <a:spcPct val="100000"/>
              </a:lnSpc>
              <a:spcBef>
                <a:spcPts val="240"/>
              </a:spcBef>
              <a:tabLst>
                <a:tab pos="0" algn="l"/>
              </a:tabLst>
            </a:pPr>
            <a:r>
              <a:rPr lang="en-US" sz="1200" b="0" strike="noStrike" spc="-1">
                <a:solidFill>
                  <a:srgbClr val="203864"/>
                </a:solidFill>
                <a:latin typeface="Century Gothic" panose="020B0502020202020204"/>
              </a:rPr>
              <a:t>Type in or paste your text here</a:t>
            </a:r>
            <a:endParaRPr lang="en-US" sz="1200" b="0" strike="noStrike" spc="-1">
              <a:solidFill>
                <a:srgbClr val="000000"/>
              </a:solidFill>
              <a:latin typeface="Calibri" panose="020F0502020204030204"/>
            </a:endParaRPr>
          </a:p>
        </p:txBody>
      </p:sp>
      <p:sp>
        <p:nvSpPr>
          <p:cNvPr id="21" name="PlaceHolder 22"/>
          <p:cNvSpPr>
            <a:spLocks noGrp="1"/>
          </p:cNvSpPr>
          <p:nvPr>
            <p:ph type="body"/>
          </p:nvPr>
        </p:nvSpPr>
        <p:spPr>
          <a:xfrm>
            <a:off x="2854800" y="833400"/>
            <a:ext cx="15674040" cy="8840520"/>
          </a:xfrm>
          <a:prstGeom prst="rect">
            <a:avLst/>
          </a:prstGeom>
        </p:spPr>
        <p:txBody>
          <a:bodyPr lIns="90000" tIns="45000" rIns="90000" bIns="45000">
            <a:noAutofit/>
          </a:bodyPr>
          <a:lstStyle/>
          <a:p>
            <a:pPr marL="940435" indent="-939800" algn="ctr">
              <a:lnSpc>
                <a:spcPct val="100000"/>
              </a:lnSpc>
              <a:spcBef>
                <a:spcPts val="480"/>
              </a:spcBef>
              <a:tabLst>
                <a:tab pos="0" algn="l"/>
              </a:tabLst>
            </a:pPr>
            <a:r>
              <a:rPr lang="en-US" sz="2400" b="0" strike="noStrike" spc="-1">
                <a:solidFill>
                  <a:srgbClr val="FFFFFF"/>
                </a:solidFill>
                <a:latin typeface="Century Gothic" panose="020B0502020202020204"/>
              </a:rPr>
              <a:t>Click here to add authors</a:t>
            </a:r>
            <a:endParaRPr lang="en-US" sz="2400" b="0" strike="noStrike" spc="-1">
              <a:solidFill>
                <a:srgbClr val="000000"/>
              </a:solidFill>
              <a:latin typeface="Calibri" panose="020F0502020204030204"/>
            </a:endParaRPr>
          </a:p>
        </p:txBody>
      </p:sp>
      <p:sp>
        <p:nvSpPr>
          <p:cNvPr id="22" name="PlaceHolder 23"/>
          <p:cNvSpPr>
            <a:spLocks noGrp="1"/>
          </p:cNvSpPr>
          <p:nvPr>
            <p:ph type="body"/>
          </p:nvPr>
        </p:nvSpPr>
        <p:spPr>
          <a:xfrm>
            <a:off x="2854800" y="1339920"/>
            <a:ext cx="15674040" cy="8840520"/>
          </a:xfrm>
          <a:prstGeom prst="rect">
            <a:avLst/>
          </a:prstGeom>
        </p:spPr>
        <p:txBody>
          <a:bodyPr lIns="90000" tIns="45000" rIns="90000" bIns="45000">
            <a:noAutofit/>
          </a:bodyPr>
          <a:lstStyle/>
          <a:p>
            <a:pPr marL="940435" indent="-939800" algn="ctr">
              <a:lnSpc>
                <a:spcPct val="100000"/>
              </a:lnSpc>
              <a:spcBef>
                <a:spcPts val="360"/>
              </a:spcBef>
              <a:tabLst>
                <a:tab pos="0" algn="l"/>
              </a:tabLst>
            </a:pPr>
            <a:r>
              <a:rPr lang="en-US" sz="1800" b="0" strike="noStrike" spc="-1">
                <a:solidFill>
                  <a:srgbClr val="FFFFFF"/>
                </a:solidFill>
                <a:latin typeface="Century Gothic" panose="020B0502020202020204"/>
              </a:rPr>
              <a:t>Click here to add affiliations</a:t>
            </a:r>
            <a:endParaRPr lang="en-US" sz="1800" b="0" strike="noStrike" spc="-1">
              <a:solidFill>
                <a:srgbClr val="000000"/>
              </a:solidFill>
              <a:latin typeface="Calibri" panose="020F0502020204030204"/>
            </a:endParaRPr>
          </a:p>
        </p:txBody>
      </p:sp>
      <p:sp>
        <p:nvSpPr>
          <p:cNvPr id="23" name="PlaceHolder 24"/>
          <p:cNvSpPr>
            <a:spLocks noGrp="1"/>
          </p:cNvSpPr>
          <p:nvPr>
            <p:ph type="body"/>
          </p:nvPr>
        </p:nvSpPr>
        <p:spPr>
          <a:xfrm>
            <a:off x="2854800" y="181800"/>
            <a:ext cx="15674040" cy="8840520"/>
          </a:xfrm>
          <a:prstGeom prst="rect">
            <a:avLst/>
          </a:prstGeom>
        </p:spPr>
        <p:txBody>
          <a:bodyPr lIns="90000" tIns="45000" rIns="90000" bIns="45000">
            <a:noAutofit/>
          </a:bodyPr>
          <a:lstStyle/>
          <a:p>
            <a:pPr marL="940435" indent="-939800" algn="ctr">
              <a:lnSpc>
                <a:spcPct val="100000"/>
              </a:lnSpc>
              <a:spcBef>
                <a:spcPts val="720"/>
              </a:spcBef>
              <a:tabLst>
                <a:tab pos="0" algn="l"/>
              </a:tabLst>
            </a:pPr>
            <a:r>
              <a:rPr lang="en-US" sz="3600" b="1" strike="noStrike" spc="-1">
                <a:solidFill>
                  <a:srgbClr val="FFFFFF"/>
                </a:solidFill>
                <a:latin typeface="Century Gothic" panose="020B0502020202020204"/>
              </a:rPr>
              <a:t>Click here to add title</a:t>
            </a:r>
            <a:endParaRPr lang="en-US" sz="3600" b="0" strike="noStrike" spc="-1">
              <a:solidFill>
                <a:srgbClr val="000000"/>
              </a:solidFill>
              <a:latin typeface="Calibri" panose="020F0502020204030204"/>
            </a:endParaRPr>
          </a:p>
        </p:txBody>
      </p:sp>
      <p:sp>
        <p:nvSpPr>
          <p:cNvPr id="24" name="PlaceHolder 25"/>
          <p:cNvSpPr>
            <a:spLocks noGrp="1"/>
          </p:cNvSpPr>
          <p:nvPr>
            <p:ph type="title"/>
          </p:nvPr>
        </p:nvSpPr>
        <p:spPr>
          <a:xfrm>
            <a:off x="1069200" y="603000"/>
            <a:ext cx="19245240" cy="2524680"/>
          </a:xfrm>
          <a:prstGeom prst="rect">
            <a:avLst/>
          </a:prstGeom>
        </p:spPr>
        <p:txBody>
          <a:bodyPr lIns="0" tIns="0" rIns="0" bIns="0" anchor="ctr">
            <a:noAutofit/>
          </a:bodyPr>
          <a:lstStyle/>
          <a:p>
            <a:r>
              <a:rPr lang="en-US" sz="4900" b="0" strike="noStrike" spc="-1">
                <a:solidFill>
                  <a:srgbClr val="000000"/>
                </a:solidFill>
                <a:latin typeface="Calibri" panose="020F0502020204030204"/>
              </a:rPr>
              <a:t>Click to edit the title text format</a:t>
            </a:r>
            <a:endParaRPr lang="en-US" sz="4900" b="0" strike="noStrike" spc="-1">
              <a:solidFill>
                <a:srgbClr val="000000"/>
              </a:solidFill>
              <a:latin typeface="Calibri" panose="020F050202020403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8480425" y="2378075"/>
            <a:ext cx="12934315" cy="6645275"/>
          </a:xfrm>
          <a:prstGeom prst="rect">
            <a:avLst/>
          </a:prstGeom>
        </p:spPr>
      </p:pic>
      <p:pic>
        <p:nvPicPr>
          <p:cNvPr id="61" name="صورة 60"/>
          <p:cNvPicPr/>
          <p:nvPr/>
        </p:nvPicPr>
        <p:blipFill>
          <a:blip r:embed="rId2"/>
          <a:srcRect l="25848" t="55153" r="30195" b="35635"/>
          <a:stretch>
            <a:fillRect/>
          </a:stretch>
        </p:blipFill>
        <p:spPr>
          <a:xfrm>
            <a:off x="91440" y="14807880"/>
            <a:ext cx="2332800" cy="306720"/>
          </a:xfrm>
          <a:prstGeom prst="rect">
            <a:avLst/>
          </a:prstGeom>
          <a:ln>
            <a:noFill/>
          </a:ln>
        </p:spPr>
      </p:pic>
      <p:sp>
        <p:nvSpPr>
          <p:cNvPr id="62" name="TextShape 1"/>
          <p:cNvSpPr txBox="1"/>
          <p:nvPr/>
        </p:nvSpPr>
        <p:spPr>
          <a:xfrm>
            <a:off x="861920" y="2647800"/>
            <a:ext cx="4895640" cy="276840"/>
          </a:xfrm>
          <a:prstGeom prst="rect">
            <a:avLst/>
          </a:prstGeom>
          <a:solidFill>
            <a:srgbClr val="203864"/>
          </a:solidFill>
          <a:ln>
            <a:noFill/>
          </a:ln>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Abstract</a:t>
            </a:r>
            <a:endParaRPr lang="en-US" sz="1600" b="1" strike="noStrike" spc="-1">
              <a:solidFill>
                <a:srgbClr val="FFFFFF"/>
              </a:solidFill>
              <a:latin typeface="Century Gothic" panose="020B0502020202020204"/>
            </a:endParaRPr>
          </a:p>
        </p:txBody>
      </p:sp>
      <p:sp>
        <p:nvSpPr>
          <p:cNvPr id="63" name="TextShape 2"/>
          <p:cNvSpPr txBox="1"/>
          <p:nvPr/>
        </p:nvSpPr>
        <p:spPr>
          <a:xfrm>
            <a:off x="941705" y="6645275"/>
            <a:ext cx="4896485" cy="292100"/>
          </a:xfrm>
          <a:prstGeom prst="rect">
            <a:avLst/>
          </a:prstGeom>
          <a:solidFill>
            <a:srgbClr val="203864"/>
          </a:solidFill>
          <a:ln>
            <a:noFill/>
          </a:ln>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Introduction</a:t>
            </a:r>
            <a:endParaRPr lang="en-US" sz="1600" b="1" strike="noStrike" spc="-1">
              <a:solidFill>
                <a:srgbClr val="FFFFFF"/>
              </a:solidFill>
              <a:latin typeface="Century Gothic" panose="020B0502020202020204"/>
            </a:endParaRPr>
          </a:p>
        </p:txBody>
      </p:sp>
      <p:sp>
        <p:nvSpPr>
          <p:cNvPr id="66" name="TextShape 5"/>
          <p:cNvSpPr txBox="1"/>
          <p:nvPr/>
        </p:nvSpPr>
        <p:spPr>
          <a:xfrm>
            <a:off x="10844280" y="2960640"/>
            <a:ext cx="4895640" cy="352800"/>
          </a:xfrm>
          <a:prstGeom prst="rect">
            <a:avLst/>
          </a:prstGeom>
          <a:noFill/>
          <a:ln>
            <a:noFill/>
          </a:ln>
        </p:spPr>
        <p:txBody>
          <a:bodyPr lIns="130680" tIns="130680" rIns="130680" bIns="130680">
            <a:noAutofit/>
          </a:bodyPr>
          <a:lstStyle/>
          <a:p>
            <a:endParaRPr lang="en-US" sz="6930" b="0" strike="noStrike" spc="-1">
              <a:solidFill>
                <a:srgbClr val="000000"/>
              </a:solidFill>
              <a:latin typeface="Calibri" panose="020F0502020204030204"/>
            </a:endParaRPr>
          </a:p>
        </p:txBody>
      </p:sp>
      <p:sp>
        <p:nvSpPr>
          <p:cNvPr id="67" name="TextShape 6"/>
          <p:cNvSpPr txBox="1"/>
          <p:nvPr/>
        </p:nvSpPr>
        <p:spPr>
          <a:xfrm>
            <a:off x="941705" y="10449560"/>
            <a:ext cx="4900295" cy="345440"/>
          </a:xfrm>
          <a:prstGeom prst="rect">
            <a:avLst/>
          </a:prstGeom>
          <a:solidFill>
            <a:srgbClr val="203864"/>
          </a:solidFill>
          <a:ln>
            <a:noFill/>
          </a:ln>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Results</a:t>
            </a:r>
            <a:endParaRPr lang="en-US" sz="1600" b="1" strike="noStrike" spc="-1">
              <a:solidFill>
                <a:srgbClr val="FFFFFF"/>
              </a:solidFill>
              <a:latin typeface="Century Gothic" panose="020B0502020202020204"/>
            </a:endParaRPr>
          </a:p>
        </p:txBody>
      </p:sp>
      <p:sp>
        <p:nvSpPr>
          <p:cNvPr id="68" name="TextShape 7"/>
          <p:cNvSpPr txBox="1"/>
          <p:nvPr/>
        </p:nvSpPr>
        <p:spPr>
          <a:xfrm>
            <a:off x="8558335" y="9183855"/>
            <a:ext cx="4894920" cy="276840"/>
          </a:xfrm>
          <a:prstGeom prst="rect">
            <a:avLst/>
          </a:prstGeom>
          <a:solidFill>
            <a:srgbClr val="203864"/>
          </a:solidFill>
          <a:ln>
            <a:noFill/>
          </a:ln>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Analysis</a:t>
            </a:r>
            <a:endParaRPr lang="en-US" sz="1600" b="1" strike="noStrike" spc="-1">
              <a:solidFill>
                <a:srgbClr val="FFFFFF"/>
              </a:solidFill>
              <a:latin typeface="Century Gothic" panose="020B0502020202020204"/>
            </a:endParaRPr>
          </a:p>
        </p:txBody>
      </p:sp>
      <p:sp>
        <p:nvSpPr>
          <p:cNvPr id="69" name="TextShape 8"/>
          <p:cNvSpPr txBox="1"/>
          <p:nvPr/>
        </p:nvSpPr>
        <p:spPr>
          <a:xfrm>
            <a:off x="7338500" y="10912745"/>
            <a:ext cx="4894920" cy="352800"/>
          </a:xfrm>
          <a:prstGeom prst="rect">
            <a:avLst/>
          </a:prstGeom>
          <a:noFill/>
          <a:ln>
            <a:noFill/>
          </a:ln>
        </p:spPr>
        <p:txBody>
          <a:bodyPr lIns="130680" tIns="130680" rIns="130680" bIns="130680">
            <a:noAutofit/>
          </a:bodyPr>
          <a:lstStyle/>
          <a:p>
            <a:endParaRPr lang="en-US" sz="6930" b="0" strike="noStrike" spc="-1">
              <a:solidFill>
                <a:srgbClr val="000000"/>
              </a:solidFill>
              <a:latin typeface="Calibri" panose="020F0502020204030204"/>
            </a:endParaRPr>
          </a:p>
        </p:txBody>
      </p:sp>
      <p:sp>
        <p:nvSpPr>
          <p:cNvPr id="72" name="TextShape 11"/>
          <p:cNvSpPr txBox="1"/>
          <p:nvPr/>
        </p:nvSpPr>
        <p:spPr>
          <a:xfrm>
            <a:off x="15918815" y="12741275"/>
            <a:ext cx="4895215" cy="297180"/>
          </a:xfrm>
          <a:prstGeom prst="rect">
            <a:avLst/>
          </a:prstGeom>
          <a:solidFill>
            <a:srgbClr val="203864"/>
          </a:solidFill>
          <a:ln>
            <a:noFill/>
          </a:ln>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Acknowledgment</a:t>
            </a:r>
            <a:endParaRPr lang="en-US" sz="1600" b="1" strike="noStrike" spc="-1">
              <a:solidFill>
                <a:srgbClr val="FFFFFF"/>
              </a:solidFill>
              <a:latin typeface="Century Gothic" panose="020B0502020202020204"/>
            </a:endParaRPr>
          </a:p>
        </p:txBody>
      </p:sp>
      <p:sp>
        <p:nvSpPr>
          <p:cNvPr id="76" name="TextShape 15"/>
          <p:cNvSpPr txBox="1"/>
          <p:nvPr/>
        </p:nvSpPr>
        <p:spPr>
          <a:xfrm>
            <a:off x="701040" y="1207770"/>
            <a:ext cx="18996025" cy="494665"/>
          </a:xfrm>
          <a:prstGeom prst="rect">
            <a:avLst/>
          </a:prstGeom>
          <a:noFill/>
          <a:ln>
            <a:noFill/>
          </a:ln>
        </p:spPr>
        <p:txBody>
          <a:bodyPr lIns="90000" tIns="45000" rIns="90000" bIns="45000">
            <a:noAutofit/>
          </a:bodyPr>
          <a:lstStyle/>
          <a:p>
            <a:pPr marL="940435" indent="-939800" algn="ctr">
              <a:lnSpc>
                <a:spcPct val="100000"/>
              </a:lnSpc>
              <a:spcBef>
                <a:spcPts val="360"/>
              </a:spcBef>
              <a:tabLst>
                <a:tab pos="0" algn="l"/>
              </a:tabLst>
            </a:pPr>
            <a:r>
              <a:rPr lang="en-US" sz="3200" b="0" strike="noStrike" spc="-1">
                <a:solidFill>
                  <a:srgbClr val="FFFFFF"/>
                </a:solidFill>
                <a:latin typeface="Century Gothic" panose="020B0502020202020204"/>
              </a:rPr>
              <a:t>Electrical Engineering Department, Communication and Electronics Engineering Program</a:t>
            </a:r>
            <a:endParaRPr lang="en-US" sz="3200" b="0" strike="noStrike" spc="-1">
              <a:solidFill>
                <a:srgbClr val="FFFFFF"/>
              </a:solidFill>
              <a:latin typeface="Century Gothic" panose="020B0502020202020204"/>
            </a:endParaRPr>
          </a:p>
        </p:txBody>
      </p:sp>
      <p:sp>
        <p:nvSpPr>
          <p:cNvPr id="3" name="Text Box 2"/>
          <p:cNvSpPr txBox="1"/>
          <p:nvPr/>
        </p:nvSpPr>
        <p:spPr>
          <a:xfrm>
            <a:off x="440055" y="2911475"/>
            <a:ext cx="7004050" cy="3718560"/>
          </a:xfrm>
          <a:prstGeom prst="rect">
            <a:avLst/>
          </a:prstGeom>
          <a:noFill/>
        </p:spPr>
        <p:txBody>
          <a:bodyPr wrap="square" rtlCol="0">
            <a:noAutofit/>
          </a:bodyPr>
          <a:p>
            <a:pPr algn="just"/>
            <a:r>
              <a:rPr lang="en-US" altLang="en-US" sz="1600">
                <a:latin typeface="Bahnschrift" panose="020B0502040204020203" charset="0"/>
                <a:cs typeface="Bahnschrift" panose="020B0502040204020203" charset="0"/>
              </a:rPr>
              <a:t>“Netmiko ConfigPro" is a Python-based tool designed to automate the configuration and management of Cisco network devices, including routers and switches, using the Net- miko library. It provides a user-friendly GUI built with customtkinter, enabling network engineers to configure VLANs, routing protocols (EIGRP, OSPF, DSR), DHCP, NAT, and security features such as ARP protection, port security, and DHCP snooping. The tool supports multiple devices, allowing simultaneous configuration and monitoring, and includes features for testing connectivity and verifying configurations. By reducing man- ual configuration errors and enhancing security, this project aims to streamline network</a:t>
            </a:r>
            <a:endParaRPr lang="en-US" altLang="en-US" sz="1600">
              <a:latin typeface="Bahnschrift" panose="020B0502040204020203" charset="0"/>
              <a:cs typeface="Bahnschrift" panose="020B0502040204020203" charset="0"/>
            </a:endParaRPr>
          </a:p>
          <a:p>
            <a:pPr algn="just"/>
            <a:r>
              <a:rPr lang="en-US" altLang="en-US" sz="1600">
                <a:latin typeface="Bahnschrift" panose="020B0502040204020203" charset="0"/>
                <a:cs typeface="Bahnschrift" panose="020B0502040204020203" charset="0"/>
              </a:rPr>
              <a:t>management for both educational and enterprise environments. Additionally, the tool integrates a Security Information and Event Management (SIEM) solution to provide real_x0002_time monitoring, threat detection, and incident response, enhancing the overall security posture of the network.</a:t>
            </a:r>
            <a:endParaRPr lang="en-US" altLang="en-US" sz="1600">
              <a:latin typeface="Bahnschrift" panose="020B0502040204020203" charset="0"/>
              <a:cs typeface="Bahnschrift" panose="020B0502040204020203" charset="0"/>
            </a:endParaRPr>
          </a:p>
        </p:txBody>
      </p:sp>
      <p:sp>
        <p:nvSpPr>
          <p:cNvPr id="5" name="Text Box 4"/>
          <p:cNvSpPr txBox="1"/>
          <p:nvPr/>
        </p:nvSpPr>
        <p:spPr>
          <a:xfrm>
            <a:off x="15815945" y="13147675"/>
            <a:ext cx="5080000" cy="1544955"/>
          </a:xfrm>
          <a:prstGeom prst="rect">
            <a:avLst/>
          </a:prstGeom>
        </p:spPr>
        <p:txBody>
          <a:bodyPr>
            <a:noAutofit/>
          </a:bodyPr>
          <a:p>
            <a:pPr algn="just"/>
            <a:r>
              <a:rPr lang="en-US" altLang="en-US" sz="1600">
                <a:latin typeface="Bahnschrift" panose="020B0502040204020203" charset="0"/>
                <a:cs typeface="Bahnschrift" panose="020B0502040204020203" charset="0"/>
              </a:rPr>
              <a:t>We thank our supervisor, Dr/Mahaba , for her guidance, and the Electrical Engineering Department and Communication &amp; Electronics Engineering Program for their resources. </a:t>
            </a:r>
            <a:endParaRPr lang="en-US" altLang="en-US" sz="1600">
              <a:latin typeface="Bahnschrift" panose="020B0502040204020203" charset="0"/>
              <a:cs typeface="Bahnschrift" panose="020B0502040204020203" charset="0"/>
            </a:endParaRPr>
          </a:p>
          <a:p>
            <a:pPr algn="just"/>
            <a:r>
              <a:rPr lang="en-US" altLang="en-US" sz="1600">
                <a:latin typeface="Bahnschrift" panose="020B0502040204020203" charset="0"/>
                <a:cs typeface="Bahnschrift" panose="020B0502040204020203" charset="0"/>
              </a:rPr>
              <a:t>We also acknowledge the open-source community for tools like Netmiko and customtkinter.</a:t>
            </a:r>
            <a:endParaRPr lang="en-US" altLang="en-US" sz="1600">
              <a:latin typeface="Bahnschrift" panose="020B0502040204020203" charset="0"/>
              <a:cs typeface="Bahnschrift" panose="020B0502040204020203" charset="0"/>
            </a:endParaRPr>
          </a:p>
        </p:txBody>
      </p:sp>
      <p:sp>
        <p:nvSpPr>
          <p:cNvPr id="6" name="Text Box 5"/>
          <p:cNvSpPr txBox="1"/>
          <p:nvPr/>
        </p:nvSpPr>
        <p:spPr>
          <a:xfrm>
            <a:off x="440055" y="6937375"/>
            <a:ext cx="6983730" cy="3553460"/>
          </a:xfrm>
          <a:prstGeom prst="rect">
            <a:avLst/>
          </a:prstGeom>
          <a:noFill/>
        </p:spPr>
        <p:txBody>
          <a:bodyPr wrap="square" rtlCol="0">
            <a:noAutofit/>
          </a:bodyPr>
          <a:p>
            <a:pPr algn="just"/>
            <a:r>
              <a:rPr lang="en-US" altLang="en-US" sz="1600">
                <a:latin typeface="Bahnschrift" panose="020B0502040204020203" charset="0"/>
                <a:cs typeface="Bahnschrift" panose="020B0502040204020203" charset="0"/>
              </a:rPr>
              <a:t>In modern network management, manually configuring devices like routers and switches is time-consuming and error-prone, particularly in large-scale environments. "Netmiko ConfigPro" addresses this challenge by providing an automated tool that simplifies the configuration process for Cisco devices. Built with Python, the Netmiko library, and a</a:t>
            </a:r>
            <a:endParaRPr lang="en-US" altLang="en-US" sz="1600">
              <a:latin typeface="Bahnschrift" panose="020B0502040204020203" charset="0"/>
              <a:cs typeface="Bahnschrift" panose="020B0502040204020203" charset="0"/>
            </a:endParaRPr>
          </a:p>
          <a:p>
            <a:pPr algn="just"/>
            <a:r>
              <a:rPr lang="en-US" altLang="en-US" sz="1600">
                <a:latin typeface="Bahnschrift" panose="020B0502040204020203" charset="0"/>
                <a:cs typeface="Bahnschrift" panose="020B0502040204020203" charset="0"/>
              </a:rPr>
              <a:t>customtkinter GUI, it offers an intuitive interface for managing VLANs, routing protocols, and security settings efficiently. The project integrates advanced security features like ARP protection and DHCP snooping, making it valuable for educational institutions and small to medium enterprises seeking to optimize network operations with minimal expertise.The project also incorporates a Security Information and Event Management (SIEM) solution, ensuring proactive threat detection and response, which is crucial for maintaining network security in dynamic environments.</a:t>
            </a:r>
            <a:endParaRPr lang="en-US" altLang="en-US" sz="1600">
              <a:latin typeface="Bahnschrift" panose="020B0502040204020203" charset="0"/>
              <a:cs typeface="Bahnschrift" panose="020B0502040204020203" charset="0"/>
            </a:endParaRPr>
          </a:p>
        </p:txBody>
      </p:sp>
      <p:sp>
        <p:nvSpPr>
          <p:cNvPr id="10" name="Text Box 9"/>
          <p:cNvSpPr txBox="1"/>
          <p:nvPr/>
        </p:nvSpPr>
        <p:spPr>
          <a:xfrm>
            <a:off x="15815945" y="9540875"/>
            <a:ext cx="5573395" cy="2994660"/>
          </a:xfrm>
          <a:prstGeom prst="rect">
            <a:avLst/>
          </a:prstGeom>
          <a:noFill/>
        </p:spPr>
        <p:txBody>
          <a:bodyPr wrap="square" rtlCol="0">
            <a:noAutofit/>
          </a:bodyPr>
          <a:p>
            <a:r>
              <a:rPr lang="en-US" altLang="en-US" sz="1600">
                <a:latin typeface="Bahnschrift" panose="020B0502040204020203" charset="0"/>
                <a:cs typeface="Bahnschrift" panose="020B0502040204020203" charset="0"/>
              </a:rPr>
              <a:t>Netmiko ConfigPro" delivered an automated solution for network configuration and</a:t>
            </a:r>
            <a:endParaRPr lang="en-US" altLang="en-US" sz="1600">
              <a:latin typeface="Bahnschrift" panose="020B0502040204020203" charset="0"/>
              <a:cs typeface="Bahnschrift" panose="020B0502040204020203" charset="0"/>
            </a:endParaRPr>
          </a:p>
          <a:p>
            <a:r>
              <a:rPr lang="en-US" altLang="en-US" sz="1600">
                <a:latin typeface="Bahnschrift" panose="020B0502040204020203" charset="0"/>
                <a:cs typeface="Bahnschrift" panose="020B0502040204020203" charset="0"/>
              </a:rPr>
              <a:t>security, meeting its goals of simplifying setup and enhancing security. Its intuitive GUI , reliable Netmiko integration,and SIEM-based monitoring enabled efficient VLAN</a:t>
            </a:r>
            <a:endParaRPr lang="en-US" altLang="en-US" sz="1600">
              <a:latin typeface="Bahnschrift" panose="020B0502040204020203" charset="0"/>
              <a:cs typeface="Bahnschrift" panose="020B0502040204020203" charset="0"/>
            </a:endParaRPr>
          </a:p>
          <a:p>
            <a:r>
              <a:rPr lang="en-US" altLang="en-US" sz="1600">
                <a:latin typeface="Bahnschrift" panose="020B0502040204020203" charset="0"/>
                <a:cs typeface="Bahnschrift" panose="020B0502040204020203" charset="0"/>
              </a:rPr>
              <a:t>management, routing configuration, and attack mitigation. Future enhancements could include support for additional device types (e.g., Juniper), integration with more monitoring tools, and better error handling for unstable</a:t>
            </a:r>
            <a:endParaRPr lang="en-US" altLang="en-US" sz="1600">
              <a:latin typeface="Bahnschrift" panose="020B0502040204020203" charset="0"/>
              <a:cs typeface="Bahnschrift" panose="020B0502040204020203" charset="0"/>
            </a:endParaRPr>
          </a:p>
          <a:p>
            <a:r>
              <a:rPr lang="en-US" altLang="en-US" sz="1600">
                <a:latin typeface="Bahnschrift" panose="020B0502040204020203" charset="0"/>
                <a:cs typeface="Bahnschrift" panose="020B0502040204020203" charset="0"/>
              </a:rPr>
              <a:t>connections, showcasing automations potential in network management.</a:t>
            </a:r>
            <a:endParaRPr lang="en-US" altLang="en-US" sz="1600">
              <a:latin typeface="Bahnschrift" panose="020B0502040204020203" charset="0"/>
              <a:cs typeface="Bahnschrift" panose="020B0502040204020203" charset="0"/>
            </a:endParaRPr>
          </a:p>
        </p:txBody>
      </p:sp>
      <p:sp>
        <p:nvSpPr>
          <p:cNvPr id="65" name="TextShape 4"/>
          <p:cNvSpPr txBox="1"/>
          <p:nvPr/>
        </p:nvSpPr>
        <p:spPr>
          <a:xfrm>
            <a:off x="8633890" y="2647800"/>
            <a:ext cx="4895640" cy="276840"/>
          </a:xfrm>
          <a:prstGeom prst="rect">
            <a:avLst/>
          </a:prstGeom>
          <a:solidFill>
            <a:srgbClr val="203864"/>
          </a:solidFill>
          <a:ln>
            <a:noFill/>
          </a:ln>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Methodology</a:t>
            </a:r>
            <a:endParaRPr lang="en-US" sz="1600" b="1" strike="noStrike" spc="-1">
              <a:solidFill>
                <a:srgbClr val="FFFFFF"/>
              </a:solidFill>
              <a:latin typeface="Century Gothic" panose="020B0502020202020204"/>
            </a:endParaRPr>
          </a:p>
        </p:txBody>
      </p:sp>
      <p:sp>
        <p:nvSpPr>
          <p:cNvPr id="70" name="TextShape 9"/>
          <p:cNvSpPr txBox="1"/>
          <p:nvPr/>
        </p:nvSpPr>
        <p:spPr>
          <a:xfrm>
            <a:off x="15873535" y="9219820"/>
            <a:ext cx="4894920" cy="276840"/>
          </a:xfrm>
          <a:prstGeom prst="rect">
            <a:avLst/>
          </a:prstGeom>
          <a:solidFill>
            <a:srgbClr val="203864"/>
          </a:solidFill>
          <a:ln>
            <a:noFill/>
          </a:ln>
        </p:spPr>
        <p:txBody>
          <a:bodyPr lIns="52200" tIns="52200" rIns="52200" bIns="52200">
            <a:noAutofit/>
          </a:bodyPr>
          <a:lstStyle/>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Conclusion</a:t>
            </a:r>
            <a:endParaRPr lang="en-US" sz="1600" b="1" strike="noStrike" spc="-1">
              <a:solidFill>
                <a:srgbClr val="FFFFFF"/>
              </a:solidFill>
              <a:latin typeface="Century Gothic" panose="020B0502020202020204"/>
            </a:endParaRPr>
          </a:p>
        </p:txBody>
      </p:sp>
      <p:sp>
        <p:nvSpPr>
          <p:cNvPr id="11" name="Text Box 10"/>
          <p:cNvSpPr txBox="1"/>
          <p:nvPr/>
        </p:nvSpPr>
        <p:spPr>
          <a:xfrm>
            <a:off x="8634095" y="9544685"/>
            <a:ext cx="6261100" cy="3248025"/>
          </a:xfrm>
          <a:prstGeom prst="rect">
            <a:avLst/>
          </a:prstGeom>
          <a:noFill/>
        </p:spPr>
        <p:txBody>
          <a:bodyPr wrap="square" rtlCol="0">
            <a:noAutofit/>
          </a:bodyPr>
          <a:p>
            <a:pPr algn="just"/>
            <a:r>
              <a:rPr lang="en-US" altLang="en-US" sz="1600">
                <a:latin typeface="Bahnschrift" panose="020B0502040204020203" charset="0"/>
                <a:cs typeface="Bahnschrift" panose="020B0502040204020203" charset="0"/>
              </a:rPr>
              <a:t>The tools performance was evaluated: </a:t>
            </a:r>
            <a:endParaRPr lang="en-US" altLang="en-US" sz="1600">
              <a:latin typeface="Bahnschrift" panose="020B0502040204020203" charset="0"/>
              <a:cs typeface="Bahnschrift" panose="020B0502040204020203" charset="0"/>
            </a:endParaRPr>
          </a:p>
          <a:p>
            <a:pPr algn="just"/>
            <a:r>
              <a:rPr lang="en-US" altLang="en-US" sz="1600">
                <a:latin typeface="Bahnschrift" panose="020B0502040204020203" charset="0"/>
                <a:cs typeface="Bahnschrift" panose="020B0502040204020203" charset="0"/>
              </a:rPr>
              <a:t>• Efficiency: Reduced configuration time by 70% compared to manual CLI methods.</a:t>
            </a:r>
            <a:endParaRPr lang="en-US" altLang="en-US" sz="1600">
              <a:latin typeface="Bahnschrift" panose="020B0502040204020203" charset="0"/>
              <a:cs typeface="Bahnschrift" panose="020B0502040204020203" charset="0"/>
            </a:endParaRPr>
          </a:p>
          <a:p>
            <a:pPr algn="just"/>
            <a:r>
              <a:rPr lang="en-US" altLang="en-US" sz="1600">
                <a:latin typeface="Bahnschrift" panose="020B0502040204020203" charset="0"/>
                <a:cs typeface="Bahnschrift" panose="020B0502040204020203" charset="0"/>
              </a:rPr>
              <a:t> • Accuracy: Eliminated human errors (e.g., syntax issues) via input validation.</a:t>
            </a:r>
            <a:endParaRPr lang="en-US" altLang="en-US" sz="1600">
              <a:latin typeface="Bahnschrift" panose="020B0502040204020203" charset="0"/>
              <a:cs typeface="Bahnschrift" panose="020B0502040204020203" charset="0"/>
            </a:endParaRPr>
          </a:p>
          <a:p>
            <a:pPr algn="just"/>
            <a:r>
              <a:rPr lang="en-US" altLang="en-US" sz="1600">
                <a:latin typeface="Bahnschrift" panose="020B0502040204020203" charset="0"/>
                <a:cs typeface="Bahnschrift" panose="020B0502040204020203" charset="0"/>
              </a:rPr>
              <a:t> • Security: Mitigated attacks (e.g., ARP flooding detected in 30 seconds).</a:t>
            </a:r>
            <a:endParaRPr lang="en-US" altLang="en-US" sz="1600">
              <a:latin typeface="Bahnschrift" panose="020B0502040204020203" charset="0"/>
              <a:cs typeface="Bahnschrift" panose="020B0502040204020203" charset="0"/>
            </a:endParaRPr>
          </a:p>
          <a:p>
            <a:pPr algn="just"/>
            <a:r>
              <a:rPr lang="en-US" altLang="en-US" sz="1600">
                <a:latin typeface="Bahnschrift" panose="020B0502040204020203" charset="0"/>
                <a:cs typeface="Bahnschrift" panose="020B0502040204020203" charset="0"/>
              </a:rPr>
              <a:t> • Scalability: Modular design supported adding features like NAT without disrup_x0002_tion. </a:t>
            </a:r>
            <a:endParaRPr lang="en-US" altLang="en-US" sz="1600">
              <a:latin typeface="Bahnschrift" panose="020B0502040204020203" charset="0"/>
              <a:cs typeface="Bahnschrift" panose="020B0502040204020203" charset="0"/>
            </a:endParaRPr>
          </a:p>
          <a:p>
            <a:pPr algn="just"/>
            <a:r>
              <a:rPr lang="en-US" altLang="en-US" sz="1600">
                <a:latin typeface="Bahnschrift" panose="020B0502040204020203" charset="0"/>
                <a:cs typeface="Bahnschrift" panose="020B0502040204020203" charset="0"/>
              </a:rPr>
              <a:t>• Limitations: Supports only Cisco IOS devices and requires stable SSH; latency</a:t>
            </a:r>
            <a:endParaRPr lang="en-US" altLang="en-US" sz="1600">
              <a:latin typeface="Bahnschrift" panose="020B0502040204020203" charset="0"/>
              <a:cs typeface="Bahnschrift" panose="020B0502040204020203" charset="0"/>
            </a:endParaRPr>
          </a:p>
          <a:p>
            <a:pPr algn="just"/>
            <a:r>
              <a:rPr lang="en-US" altLang="en-US" sz="1600">
                <a:latin typeface="Bahnschrift" panose="020B0502040204020203" charset="0"/>
                <a:cs typeface="Bahnschrift" panose="020B0502040204020203" charset="0"/>
              </a:rPr>
              <a:t>caused occasional failures, logged for debugging.</a:t>
            </a:r>
            <a:endParaRPr lang="en-US" altLang="en-US" sz="1600">
              <a:latin typeface="Bahnschrift" panose="020B0502040204020203" charset="0"/>
              <a:cs typeface="Bahnschrift" panose="020B0502040204020203" charset="0"/>
            </a:endParaRPr>
          </a:p>
        </p:txBody>
      </p:sp>
      <p:sp>
        <p:nvSpPr>
          <p:cNvPr id="14" name="Text Box 13"/>
          <p:cNvSpPr txBox="1"/>
          <p:nvPr/>
        </p:nvSpPr>
        <p:spPr>
          <a:xfrm>
            <a:off x="406400" y="10912475"/>
            <a:ext cx="7127875" cy="3784600"/>
          </a:xfrm>
          <a:prstGeom prst="rect">
            <a:avLst/>
          </a:prstGeom>
          <a:noFill/>
        </p:spPr>
        <p:txBody>
          <a:bodyPr wrap="square" rtlCol="0">
            <a:spAutoFit/>
          </a:bodyPr>
          <a:p>
            <a:pPr algn="just"/>
            <a:r>
              <a:rPr lang="en-US" altLang="en-US" sz="1600">
                <a:latin typeface="Bahnschrift" panose="020B0502040204020203" charset="0"/>
                <a:cs typeface="Bahnschrift" panose="020B0502040204020203" charset="0"/>
              </a:rPr>
              <a:t>“Netmiko ConfigPro" successfully automated Cisco device configuration, achieving: • User Interface: Provided seamless interaction via GUI buttons ("Router Config- urator," "Switch Configurator," "Security") and real-time feedback. • Connectivity Testing: Achieved 100% ping success rate for reachable devices in the test topology. • Configuration Verification: Confirmed settings with commands like show vlan and show ip route. • VLAN Configuration: Created and assigned VLANs to switch ports, with options to add, remove, and verify. • Routing Protocols: Configured EIGRP, OSPF, and Default Static Routing on routers, with logs confirming successful route propagation. 2 • Security Implementation: Enabled DHCP snooping, port security, and ARP protection, successfully mitigating simulated attacks (e.g., ARP flooding). SIEM Monitoring: Successfully detected and mitigated simulated security threats, such as ARP looding and unauthorized DHCP server attempts, with real-time alerts and automated responses.</a:t>
            </a:r>
            <a:endParaRPr lang="en-US" altLang="en-US" sz="1600">
              <a:latin typeface="Bahnschrift" panose="020B0502040204020203" charset="0"/>
              <a:cs typeface="Bahnschrift" panose="020B0502040204020203" charset="0"/>
            </a:endParaRPr>
          </a:p>
        </p:txBody>
      </p:sp>
      <p:sp>
        <p:nvSpPr>
          <p:cNvPr id="15" name="TextShape 16"/>
          <p:cNvSpPr txBox="1"/>
          <p:nvPr/>
        </p:nvSpPr>
        <p:spPr>
          <a:xfrm>
            <a:off x="694690" y="121920"/>
            <a:ext cx="20072350" cy="568325"/>
          </a:xfrm>
          <a:prstGeom prst="rect">
            <a:avLst/>
          </a:prstGeom>
          <a:noFill/>
          <a:ln>
            <a:noFill/>
          </a:ln>
        </p:spPr>
        <p:txBody>
          <a:bodyPr lIns="90000" tIns="45000" rIns="90000" bIns="45000">
            <a:noAutofit/>
          </a:bodyPr>
          <a:p>
            <a:pPr marL="940435" indent="-939800" algn="ctr">
              <a:lnSpc>
                <a:spcPct val="100000"/>
              </a:lnSpc>
              <a:spcBef>
                <a:spcPts val="720"/>
              </a:spcBef>
              <a:tabLst>
                <a:tab pos="0" algn="l"/>
              </a:tabLst>
            </a:pPr>
            <a:r>
              <a:rPr lang="en-US" altLang="en-US" sz="3600" b="1" strike="noStrike" spc="-1">
                <a:solidFill>
                  <a:srgbClr val="FFFFFF"/>
                </a:solidFill>
                <a:latin typeface="Century Gothic" panose="020B0502020202020204"/>
              </a:rPr>
              <a:t>Netmiko ConfigPro: Automated Network Configuration and SecurityTool</a:t>
            </a:r>
            <a:endParaRPr lang="en-US" altLang="en-US" sz="3600" b="1" strike="noStrike" spc="-1">
              <a:solidFill>
                <a:srgbClr val="FFFFFF"/>
              </a:solidFill>
              <a:latin typeface="Century Gothic" panose="020B0502020202020204"/>
            </a:endParaRPr>
          </a:p>
        </p:txBody>
      </p:sp>
      <p:sp>
        <p:nvSpPr>
          <p:cNvPr id="16" name="Text Box 15"/>
          <p:cNvSpPr txBox="1"/>
          <p:nvPr/>
        </p:nvSpPr>
        <p:spPr>
          <a:xfrm>
            <a:off x="8634095" y="13069570"/>
            <a:ext cx="7080250" cy="1849120"/>
          </a:xfrm>
          <a:prstGeom prst="rect">
            <a:avLst/>
          </a:prstGeom>
          <a:noFill/>
        </p:spPr>
        <p:txBody>
          <a:bodyPr wrap="square" rtlCol="0">
            <a:noAutofit/>
          </a:bodyPr>
          <a:p>
            <a:r>
              <a:rPr lang="en-US" altLang="en-US" b="1">
                <a:latin typeface="Bahnschrift" panose="020B0502040204020203" charset="0"/>
                <a:cs typeface="Bahnschrift" panose="020B0502040204020203" charset="0"/>
                <a:sym typeface="+mn-ea"/>
              </a:rPr>
              <a:t>1- M</a:t>
            </a:r>
            <a:r>
              <a:rPr lang="en-US" altLang="en-US" b="1">
                <a:latin typeface="Bahnschrift" panose="020B0502040204020203" charset="0"/>
                <a:cs typeface="Bahnschrift" panose="020B0502040204020203" charset="0"/>
              </a:rPr>
              <a:t>ohy Eldin Ehab Ibrahem</a:t>
            </a:r>
            <a:endParaRPr lang="en-US" altLang="en-US" b="1">
              <a:latin typeface="Bahnschrift" panose="020B0502040204020203" charset="0"/>
              <a:cs typeface="Bahnschrift" panose="020B0502040204020203" charset="0"/>
            </a:endParaRPr>
          </a:p>
          <a:p>
            <a:r>
              <a:rPr lang="en-US" altLang="en-US" b="1">
                <a:latin typeface="Bahnschrift" panose="020B0502040204020203" charset="0"/>
                <a:cs typeface="Bahnschrift" panose="020B0502040204020203" charset="0"/>
              </a:rPr>
              <a:t>2- Mohamed Ahmed Ibrahem</a:t>
            </a:r>
            <a:endParaRPr lang="en-US" altLang="en-US" b="1">
              <a:latin typeface="Bahnschrift" panose="020B0502040204020203" charset="0"/>
              <a:cs typeface="Bahnschrift" panose="020B0502040204020203" charset="0"/>
            </a:endParaRPr>
          </a:p>
          <a:p>
            <a:r>
              <a:rPr lang="en-US" altLang="en-US" b="1">
                <a:latin typeface="Bahnschrift" panose="020B0502040204020203" charset="0"/>
                <a:cs typeface="Bahnschrift" panose="020B0502040204020203" charset="0"/>
              </a:rPr>
              <a:t>3- Mohamed Saad Abdelnaem </a:t>
            </a:r>
            <a:endParaRPr lang="en-US" altLang="en-US" b="1">
              <a:latin typeface="Bahnschrift" panose="020B0502040204020203" charset="0"/>
              <a:cs typeface="Bahnschrift" panose="020B0502040204020203" charset="0"/>
            </a:endParaRPr>
          </a:p>
          <a:p>
            <a:r>
              <a:rPr lang="en-US" altLang="en-US" b="1">
                <a:latin typeface="Bahnschrift" panose="020B0502040204020203" charset="0"/>
                <a:cs typeface="Bahnschrift" panose="020B0502040204020203" charset="0"/>
              </a:rPr>
              <a:t>4- Mohamed Yasser Abdelazez </a:t>
            </a:r>
            <a:endParaRPr lang="en-US" altLang="en-US" b="1">
              <a:latin typeface="Bahnschrift" panose="020B0502040204020203" charset="0"/>
              <a:cs typeface="Bahnschrift" panose="020B0502040204020203" charset="0"/>
            </a:endParaRPr>
          </a:p>
          <a:p>
            <a:r>
              <a:rPr lang="en-US" altLang="en-US" b="1">
                <a:latin typeface="Bahnschrift" panose="020B0502040204020203" charset="0"/>
                <a:cs typeface="Bahnschrift" panose="020B0502040204020203" charset="0"/>
              </a:rPr>
              <a:t>5- Haidy Walid Mohamed Said</a:t>
            </a:r>
            <a:endParaRPr lang="en-US" altLang="en-US" b="1">
              <a:latin typeface="Bahnschrift" panose="020B0502040204020203" charset="0"/>
              <a:cs typeface="Bahnschrift" panose="020B0502040204020203" charset="0"/>
            </a:endParaRPr>
          </a:p>
          <a:p>
            <a:r>
              <a:rPr lang="en-US" altLang="en-US" b="1">
                <a:latin typeface="Bahnschrift" panose="020B0502040204020203" charset="0"/>
                <a:cs typeface="Bahnschrift" panose="020B0502040204020203" charset="0"/>
              </a:rPr>
              <a:t>                         supervisor /  Dr Mahaba Saad </a:t>
            </a:r>
            <a:endParaRPr lang="en-US" altLang="en-US" b="1">
              <a:latin typeface="Bahnschrift" panose="020B0502040204020203" charset="0"/>
              <a:cs typeface="Bahnschrift" panose="020B0502040204020203" charset="0"/>
            </a:endParaRPr>
          </a:p>
          <a:p>
            <a:endParaRPr lang="en-US" altLang="en-US" sz="1600">
              <a:latin typeface="Bahnschrift" panose="020B0502040204020203" charset="0"/>
              <a:cs typeface="Bahnschrift" panose="020B0502040204020203" charset="0"/>
            </a:endParaRPr>
          </a:p>
          <a:p>
            <a:endParaRPr lang="en-US"/>
          </a:p>
        </p:txBody>
      </p:sp>
      <p:sp>
        <p:nvSpPr>
          <p:cNvPr id="17" name="TextShape 7"/>
          <p:cNvSpPr txBox="1"/>
          <p:nvPr/>
        </p:nvSpPr>
        <p:spPr>
          <a:xfrm>
            <a:off x="8710295" y="12717145"/>
            <a:ext cx="4895215" cy="325755"/>
          </a:xfrm>
          <a:prstGeom prst="rect">
            <a:avLst/>
          </a:prstGeom>
          <a:solidFill>
            <a:srgbClr val="203864"/>
          </a:solidFill>
          <a:ln>
            <a:noFill/>
          </a:ln>
        </p:spPr>
        <p:txBody>
          <a:bodyPr lIns="52200" tIns="52200" rIns="52200" bIns="52200">
            <a:noAutofit/>
          </a:bodyPr>
          <a:p>
            <a:pPr marL="940435" indent="-939800" algn="ctr">
              <a:lnSpc>
                <a:spcPct val="100000"/>
              </a:lnSpc>
              <a:spcBef>
                <a:spcPts val="320"/>
              </a:spcBef>
              <a:tabLst>
                <a:tab pos="0" algn="l"/>
              </a:tabLst>
            </a:pPr>
            <a:r>
              <a:rPr lang="en-US" sz="1600" b="1" strike="noStrike" spc="-1">
                <a:solidFill>
                  <a:srgbClr val="FFFFFF"/>
                </a:solidFill>
                <a:latin typeface="Century Gothic" panose="020B0502020202020204"/>
              </a:rPr>
              <a:t>Supervisor and Team Members</a:t>
            </a:r>
            <a:endParaRPr lang="en-US" sz="1600" b="1" strike="noStrike" spc="-1">
              <a:solidFill>
                <a:srgbClr val="FFFFFF"/>
              </a:solidFill>
              <a:latin typeface="Century Gothic" panose="020B0502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5C6E8144922634BB1A5C63EB0003FAA" ma:contentTypeVersion="2" ma:contentTypeDescription="Create a new document." ma:contentTypeScope="" ma:versionID="d0a2f71f6db8b31c1d1b9aea8bcb5ccf">
  <xsd:schema xmlns:xsd="http://www.w3.org/2001/XMLSchema" xmlns:xs="http://www.w3.org/2001/XMLSchema" xmlns:p="http://schemas.microsoft.com/office/2006/metadata/properties" xmlns:ns2="13d73b4e-473e-409c-9495-5e87d82a9f10" targetNamespace="http://schemas.microsoft.com/office/2006/metadata/properties" ma:root="true" ma:fieldsID="1e73a59241de5c8e966752eb32bc21ac" ns2:_="">
    <xsd:import namespace="13d73b4e-473e-409c-9495-5e87d82a9f1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d73b4e-473e-409c-9495-5e87d82a9f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74B351-F60B-45C9-86B5-6C856818F5C9}">
  <ds:schemaRefs/>
</ds:datastoreItem>
</file>

<file path=customXml/itemProps2.xml><?xml version="1.0" encoding="utf-8"?>
<ds:datastoreItem xmlns:ds="http://schemas.openxmlformats.org/officeDocument/2006/customXml" ds:itemID="{967E2B5D-61F4-40A8-92F8-37F2E6763F16}">
  <ds:schemaRefs/>
</ds:datastoreItem>
</file>

<file path=customXml/itemProps3.xml><?xml version="1.0" encoding="utf-8"?>
<ds:datastoreItem xmlns:ds="http://schemas.openxmlformats.org/officeDocument/2006/customXml" ds:itemID="{116898AB-B1B5-4DAE-90DF-3E8F5C867430}">
  <ds:schemaRefs/>
</ds:datastoreItem>
</file>

<file path=docProps/app.xml><?xml version="1.0" encoding="utf-8"?>
<Properties xmlns="http://schemas.openxmlformats.org/officeDocument/2006/extended-properties" xmlns:vt="http://schemas.openxmlformats.org/officeDocument/2006/docPropsVTypes">
  <Template>PosterPresentations.com-42x60-Template</Template>
  <TotalTime>0</TotalTime>
  <Words>4623</Words>
  <Application>WPS Presentation</Application>
  <PresentationFormat>Custom</PresentationFormat>
  <Paragraphs>53</Paragraphs>
  <Slides>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vt:i4>
      </vt:variant>
    </vt:vector>
  </HeadingPairs>
  <TitlesOfParts>
    <vt:vector size="18" baseType="lpstr">
      <vt:lpstr>Arial</vt:lpstr>
      <vt:lpstr>SimSun</vt:lpstr>
      <vt:lpstr>Wingdings</vt:lpstr>
      <vt:lpstr>Arial</vt:lpstr>
      <vt:lpstr>Arial Black</vt:lpstr>
      <vt:lpstr>Trebuchet MS</vt:lpstr>
      <vt:lpstr>StarSymbol</vt:lpstr>
      <vt:lpstr>Segoe Print</vt:lpstr>
      <vt:lpstr>Calibri</vt:lpstr>
      <vt:lpstr>Century Gothic</vt:lpstr>
      <vt:lpstr>Bahnschrift</vt:lpstr>
      <vt:lpstr>DejaVu Sans</vt:lpstr>
      <vt:lpstr>Aldhabi</vt:lpstr>
      <vt:lpstr>Microsoft YaHei</vt:lpstr>
      <vt:lpstr>Arial Unicode MS</vt:lpstr>
      <vt:lpstr>Calibri</vt:lpstr>
      <vt:lpstr>Office Theme</vt:lpstr>
      <vt:lpstr>PowerPoint 演示文稿</vt:lpstr>
    </vt:vector>
  </TitlesOfParts>
  <Company>Canterbury Media Services, Inc.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42x60 PowerPoint Presentation</dc:title>
  <dc:creator>PosterPresentations.com </dc:creator>
  <cp:keywords>42x60 Powerpoint poster template scientific poster template research poster template </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
</dc:description>
  <dc:subject>Research poster presentation template </dc:subject>
  <cp:lastModifiedBy>dell</cp:lastModifiedBy>
  <cp:revision>9</cp:revision>
  <dcterms:created xsi:type="dcterms:W3CDTF">2012-02-07T00:08:00Z</dcterms:created>
  <dcterms:modified xsi:type="dcterms:W3CDTF">2025-06-20T12:26:38Z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Canterbury Media Services, Inc. </vt:lpwstr>
  </property>
  <property fmtid="{D5CDD505-2E9C-101B-9397-08002B2CF9AE}" pid="4" name="HiddenSlides">
    <vt:i4>0</vt:i4>
  </property>
  <property fmtid="{D5CDD505-2E9C-101B-9397-08002B2CF9AE}" pid="5" name="HyperlinkBase">
    <vt:lpwstr>https://www.posterpresentations.com/free-poster-templates.html</vt:lpwstr>
  </property>
  <property fmtid="{D5CDD505-2E9C-101B-9397-08002B2CF9AE}" pid="6" name="HyperlinksChanged">
    <vt:bool>false</vt:bool>
  </property>
  <property fmtid="{D5CDD505-2E9C-101B-9397-08002B2CF9AE}" pid="7" name="LinksUpToDate">
    <vt:bool>false</vt:bool>
  </property>
  <property fmtid="{D5CDD505-2E9C-101B-9397-08002B2CF9AE}" pid="8" name="MMClips">
    <vt:i4>0</vt:i4>
  </property>
  <property fmtid="{D5CDD505-2E9C-101B-9397-08002B2CF9AE}" pid="9" name="Manager">
    <vt:lpwstr>A. Kotoulas </vt:lpwstr>
  </property>
  <property fmtid="{D5CDD505-2E9C-101B-9397-08002B2CF9AE}" pid="10" name="Notes">
    <vt:i4>0</vt:i4>
  </property>
  <property fmtid="{D5CDD505-2E9C-101B-9397-08002B2CF9AE}" pid="11" name="PresentationFormat">
    <vt:lpwstr>Custom</vt:lpwstr>
  </property>
  <property fmtid="{D5CDD505-2E9C-101B-9397-08002B2CF9AE}" pid="12" name="ScaleCrop">
    <vt:bool>false</vt:bool>
  </property>
  <property fmtid="{D5CDD505-2E9C-101B-9397-08002B2CF9AE}" pid="13" name="ShareDoc">
    <vt:bool>false</vt:bool>
  </property>
  <property fmtid="{D5CDD505-2E9C-101B-9397-08002B2CF9AE}" pid="14" name="Slides">
    <vt:i4>1</vt:i4>
  </property>
  <property fmtid="{D5CDD505-2E9C-101B-9397-08002B2CF9AE}" pid="15" name="category">
    <vt:lpwstr>Research poster templates </vt:lpwstr>
  </property>
  <property fmtid="{D5CDD505-2E9C-101B-9397-08002B2CF9AE}" pid="16" name="ContentTypeId">
    <vt:lpwstr>0x01010045C6E8144922634BB1A5C63EB0003FAA</vt:lpwstr>
  </property>
  <property fmtid="{D5CDD505-2E9C-101B-9397-08002B2CF9AE}" pid="17" name="ICV">
    <vt:lpwstr>6B8E8C1FA4984BD6883C6214FD8F4E1D_13</vt:lpwstr>
  </property>
  <property fmtid="{D5CDD505-2E9C-101B-9397-08002B2CF9AE}" pid="18" name="KSOProductBuildVer">
    <vt:lpwstr>1033-12.2.0.21546</vt:lpwstr>
  </property>
</Properties>
</file>